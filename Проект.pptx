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66236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2630809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2143228549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39280725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84975975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86141988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263574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9059919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604854326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DEFFA0-FED2-03D8-495E-6178992C09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BE0DFC-1E4A-28C9-6E20-79FD982E7D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C372EF-9700-6029-2CB2-F1AD4A1AE2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93CE2E-6573-1B05-3658-732338E56D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>
                <a:lumMod val="50000"/>
              </a:schemeClr>
            </a:gs>
            <a:gs pos="30000">
              <a:schemeClr val="accent1">
                <a:lumMod val="75000"/>
              </a:schemeClr>
            </a:gs>
            <a:gs pos="60000">
              <a:schemeClr val="bg2">
                <a:lumMod val="25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4849032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0" t="14394" r="0" b="0"/>
          <a:stretch/>
        </p:blipFill>
        <p:spPr bwMode="auto">
          <a:xfrm rot="0" flipH="0" flipV="0">
            <a:off x="23810" y="-25030"/>
            <a:ext cx="7882774" cy="6883030"/>
          </a:xfrm>
          <a:prstGeom prst="rect">
            <a:avLst/>
          </a:prstGeom>
        </p:spPr>
      </p:pic>
      <p:pic>
        <p:nvPicPr>
          <p:cNvPr id="1245277274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rot="5399999">
            <a:off x="42861" y="-42861"/>
            <a:ext cx="4286250" cy="4371975"/>
          </a:xfrm>
          <a:prstGeom prst="rect">
            <a:avLst/>
          </a:prstGeom>
        </p:spPr>
      </p:pic>
      <p:pic>
        <p:nvPicPr>
          <p:cNvPr id="1406841085" name=""/>
          <p:cNvPicPr>
            <a:picLocks noChangeAspect="1"/>
          </p:cNvPicPr>
          <p:nvPr/>
        </p:nvPicPr>
        <p:blipFill rotWithShape="1">
          <a:blip r:embed="rId3">
            <a:alphaModFix amt="49999"/>
          </a:blip>
          <a:stretch/>
        </p:blipFill>
        <p:spPr bwMode="auto">
          <a:xfrm flipH="0" flipV="0">
            <a:off x="4329781" y="-22155"/>
            <a:ext cx="7862214" cy="3467097"/>
          </a:xfrm>
          <a:prstGeom prst="rect">
            <a:avLst/>
          </a:prstGeom>
        </p:spPr>
      </p:pic>
      <p:sp>
        <p:nvSpPr>
          <p:cNvPr id="503399521" name=""/>
          <p:cNvSpPr/>
          <p:nvPr/>
        </p:nvSpPr>
        <p:spPr bwMode="auto">
          <a:xfrm rot="0" flipH="0" flipV="0">
            <a:off x="9272456" y="1228495"/>
            <a:ext cx="2919538" cy="16029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2897" y="42945"/>
                </a:lnTo>
                <a:lnTo>
                  <a:pt x="0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000">
                <a:schemeClr val="accent4">
                  <a:lumMod val="75000"/>
                  <a:alpha val="69000"/>
                </a:schemeClr>
              </a:gs>
              <a:gs pos="57000">
                <a:schemeClr val="accent1">
                  <a:lumMod val="75000"/>
                  <a:alpha val="69000"/>
                </a:schemeClr>
              </a:gs>
              <a:gs pos="100000">
                <a:schemeClr val="accent1">
                  <a:lumMod val="50000"/>
                  <a:alpha val="69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840111" name=""/>
          <p:cNvSpPr/>
          <p:nvPr/>
        </p:nvSpPr>
        <p:spPr bwMode="auto">
          <a:xfrm rot="0" flipH="0" flipV="0">
            <a:off x="11283660" y="2268631"/>
            <a:ext cx="908336" cy="247436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200" y="35439"/>
                </a:lnTo>
                <a:lnTo>
                  <a:pt x="1752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170476" name=""/>
          <p:cNvSpPr/>
          <p:nvPr/>
        </p:nvSpPr>
        <p:spPr bwMode="auto">
          <a:xfrm rot="0" flipH="0" flipV="0">
            <a:off x="11161980" y="3265119"/>
            <a:ext cx="1049067" cy="177153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55" y="43200"/>
                </a:moveTo>
                <a:lnTo>
                  <a:pt x="0" y="0"/>
                </a:lnTo>
                <a:lnTo>
                  <a:pt x="43200" y="21599"/>
                </a:lnTo>
                <a:lnTo>
                  <a:pt x="855" y="43200"/>
                </a:lnTo>
                <a:close/>
              </a:path>
            </a:pathLst>
          </a:custGeom>
          <a:gradFill>
            <a:gsLst>
              <a:gs pos="38000">
                <a:schemeClr val="accent4">
                  <a:lumMod val="50000"/>
                  <a:alpha val="67000"/>
                </a:schemeClr>
              </a:gs>
              <a:gs pos="100000">
                <a:schemeClr val="accent1">
                  <a:lumMod val="75000"/>
                  <a:alpha val="67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807776" name=""/>
          <p:cNvSpPr/>
          <p:nvPr/>
        </p:nvSpPr>
        <p:spPr bwMode="auto">
          <a:xfrm rot="0" flipH="0" flipV="0">
            <a:off x="11430643" y="4127815"/>
            <a:ext cx="780401" cy="27301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9538"/>
                </a:moveTo>
                <a:lnTo>
                  <a:pt x="43200" y="0"/>
                </a:lnTo>
                <a:lnTo>
                  <a:pt x="42524" y="43200"/>
                </a:lnTo>
                <a:lnTo>
                  <a:pt x="446" y="43200"/>
                </a:lnTo>
                <a:lnTo>
                  <a:pt x="0" y="953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649236" name=""/>
          <p:cNvSpPr/>
          <p:nvPr/>
        </p:nvSpPr>
        <p:spPr bwMode="auto">
          <a:xfrm rot="0" flipH="0" flipV="0">
            <a:off x="9776289" y="5974218"/>
            <a:ext cx="1803717" cy="88877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81" y="501"/>
                </a:moveTo>
                <a:lnTo>
                  <a:pt x="43086" y="0"/>
                </a:lnTo>
                <a:lnTo>
                  <a:pt x="43200" y="43166"/>
                </a:lnTo>
                <a:cubicBezTo>
                  <a:pt x="28800" y="43177"/>
                  <a:pt x="14400" y="43188"/>
                  <a:pt x="0" y="43200"/>
                </a:cubicBezTo>
                <a:lnTo>
                  <a:pt x="781" y="501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0400048" name=""/>
          <p:cNvSpPr/>
          <p:nvPr/>
        </p:nvSpPr>
        <p:spPr bwMode="auto">
          <a:xfrm rot="0" flipH="0" flipV="0">
            <a:off x="6048762" y="1206109"/>
            <a:ext cx="2805194" cy="265130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2827"/>
                </a:moveTo>
                <a:lnTo>
                  <a:pt x="41604" y="0"/>
                </a:lnTo>
                <a:lnTo>
                  <a:pt x="43200" y="41999"/>
                </a:lnTo>
                <a:lnTo>
                  <a:pt x="1018" y="43200"/>
                </a:lnTo>
                <a:lnTo>
                  <a:pt x="0" y="22827"/>
                </a:ln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2374729" name=""/>
          <p:cNvSpPr/>
          <p:nvPr/>
        </p:nvSpPr>
        <p:spPr bwMode="auto">
          <a:xfrm rot="0" flipH="0" flipV="0">
            <a:off x="6022359" y="2611602"/>
            <a:ext cx="857972" cy="42441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88" y="0"/>
                </a:moveTo>
                <a:lnTo>
                  <a:pt x="43200" y="4940"/>
                </a:lnTo>
                <a:lnTo>
                  <a:pt x="43200" y="43200"/>
                </a:lnTo>
                <a:lnTo>
                  <a:pt x="0" y="43200"/>
                </a:lnTo>
                <a:lnTo>
                  <a:pt x="1288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37147" name=""/>
          <p:cNvSpPr/>
          <p:nvPr/>
        </p:nvSpPr>
        <p:spPr bwMode="auto">
          <a:xfrm rot="0" flipH="0" flipV="0">
            <a:off x="6865785" y="1711391"/>
            <a:ext cx="2738909" cy="260786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4" y="22952"/>
                </a:moveTo>
                <a:lnTo>
                  <a:pt x="42160" y="0"/>
                </a:lnTo>
                <a:lnTo>
                  <a:pt x="43200" y="41980"/>
                </a:lnTo>
                <a:lnTo>
                  <a:pt x="0" y="43200"/>
                </a:lnTo>
                <a:lnTo>
                  <a:pt x="194" y="229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31000">
                <a:schemeClr val="accent1">
                  <a:lumMod val="75000"/>
                </a:schemeClr>
              </a:gs>
              <a:gs pos="75000">
                <a:schemeClr val="accent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43008574" name=""/>
          <p:cNvSpPr/>
          <p:nvPr/>
        </p:nvSpPr>
        <p:spPr bwMode="auto">
          <a:xfrm rot="0" flipH="0" flipV="0">
            <a:off x="9776289" y="5935142"/>
            <a:ext cx="1803690" cy="92285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80" y="2077"/>
                </a:moveTo>
                <a:lnTo>
                  <a:pt x="43087" y="0"/>
                </a:lnTo>
                <a:lnTo>
                  <a:pt x="43200" y="43166"/>
                </a:lnTo>
                <a:cubicBezTo>
                  <a:pt x="28800" y="43177"/>
                  <a:pt x="14400" y="43188"/>
                  <a:pt x="0" y="43200"/>
                </a:cubicBezTo>
                <a:lnTo>
                  <a:pt x="780" y="2077"/>
                </a:lnTo>
                <a:close/>
              </a:path>
            </a:pathLst>
          </a:custGeom>
          <a:gradFill>
            <a:gsLst>
              <a:gs pos="57000">
                <a:schemeClr val="accent1">
                  <a:lumMod val="50000"/>
                  <a:alpha val="87000"/>
                </a:schemeClr>
              </a:gs>
              <a:gs pos="100000">
                <a:schemeClr val="accent1">
                  <a:alpha val="87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3774154" name=""/>
          <p:cNvSpPr/>
          <p:nvPr/>
        </p:nvSpPr>
        <p:spPr bwMode="auto">
          <a:xfrm rot="0" flipH="0" flipV="0">
            <a:off x="6685002" y="4026928"/>
            <a:ext cx="891333" cy="28310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tx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124282" name=""/>
          <p:cNvSpPr/>
          <p:nvPr/>
        </p:nvSpPr>
        <p:spPr bwMode="auto">
          <a:xfrm rot="0" flipH="0" flipV="0">
            <a:off x="8611040" y="5895378"/>
            <a:ext cx="1769769" cy="96261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248619" name=""/>
          <p:cNvSpPr/>
          <p:nvPr/>
        </p:nvSpPr>
        <p:spPr bwMode="auto">
          <a:xfrm rot="0" flipH="0" flipV="0">
            <a:off x="6402942" y="4064238"/>
            <a:ext cx="4646646" cy="206287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15420" y="1065"/>
                </a:lnTo>
                <a:lnTo>
                  <a:pt x="43199" y="30410"/>
                </a:lnTo>
                <a:lnTo>
                  <a:pt x="33965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chemeClr val="accent1"/>
              </a:gs>
              <a:gs pos="100000">
                <a:schemeClr val="tx2"/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5859264" name=""/>
          <p:cNvSpPr/>
          <p:nvPr/>
        </p:nvSpPr>
        <p:spPr bwMode="auto">
          <a:xfrm rot="0" flipH="0" flipV="0">
            <a:off x="8030333" y="1252382"/>
            <a:ext cx="1789995" cy="384328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643" y="0"/>
                </a:moveTo>
                <a:lnTo>
                  <a:pt x="43030" y="10271"/>
                </a:lnTo>
                <a:lnTo>
                  <a:pt x="43200" y="43200"/>
                </a:lnTo>
                <a:lnTo>
                  <a:pt x="0" y="32147"/>
                </a:lnTo>
                <a:lnTo>
                  <a:pt x="643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0468271" name=""/>
          <p:cNvSpPr/>
          <p:nvPr/>
        </p:nvSpPr>
        <p:spPr bwMode="auto">
          <a:xfrm rot="0" flipH="0" flipV="0">
            <a:off x="6407388" y="3160017"/>
            <a:ext cx="1637385" cy="10396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7479"/>
                </a:moveTo>
                <a:lnTo>
                  <a:pt x="43198" y="0"/>
                </a:lnTo>
                <a:lnTo>
                  <a:pt x="43200" y="43200"/>
                </a:lnTo>
                <a:lnTo>
                  <a:pt x="0" y="37668"/>
                </a:lnTo>
                <a:lnTo>
                  <a:pt x="0" y="3747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68000">
                <a:schemeClr val="accent1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293000" name=""/>
          <p:cNvSpPr/>
          <p:nvPr/>
        </p:nvSpPr>
        <p:spPr bwMode="auto">
          <a:xfrm rot="0" flipH="0" flipV="0">
            <a:off x="6826344" y="4114497"/>
            <a:ext cx="3569388" cy="173548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878"/>
                </a:moveTo>
                <a:lnTo>
                  <a:pt x="14649" y="0"/>
                </a:lnTo>
                <a:lnTo>
                  <a:pt x="43200" y="33662"/>
                </a:lnTo>
                <a:lnTo>
                  <a:pt x="33573" y="43200"/>
                </a:lnTo>
                <a:lnTo>
                  <a:pt x="0" y="4878"/>
                </a:lnTo>
                <a:close/>
              </a:path>
            </a:pathLst>
          </a:custGeom>
          <a:gradFill>
            <a:gsLst>
              <a:gs pos="38000">
                <a:schemeClr val="tx2">
                  <a:alpha val="15000"/>
                </a:schemeClr>
              </a:gs>
              <a:gs pos="99000">
                <a:schemeClr val="accent1">
                  <a:alpha val="15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62193" name=""/>
          <p:cNvSpPr/>
          <p:nvPr/>
        </p:nvSpPr>
        <p:spPr bwMode="auto">
          <a:xfrm rot="0" flipH="0" flipV="0">
            <a:off x="8032788" y="1251227"/>
            <a:ext cx="1779906" cy="388791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83" y="0"/>
                </a:moveTo>
                <a:lnTo>
                  <a:pt x="42920" y="10124"/>
                </a:lnTo>
                <a:lnTo>
                  <a:pt x="43200" y="43200"/>
                </a:lnTo>
                <a:lnTo>
                  <a:pt x="0" y="31881"/>
                </a:lnTo>
                <a:lnTo>
                  <a:pt x="383" y="0"/>
                </a:lnTo>
                <a:close/>
              </a:path>
            </a:pathLst>
          </a:custGeom>
          <a:gradFill>
            <a:gsLst>
              <a:gs pos="0">
                <a:schemeClr val="tx2">
                  <a:alpha val="80000"/>
                </a:schemeClr>
              </a:gs>
              <a:gs pos="46000">
                <a:schemeClr val="accent1">
                  <a:lumMod val="75000"/>
                  <a:alpha val="80000"/>
                </a:schemeClr>
              </a:gs>
              <a:gs pos="100000">
                <a:schemeClr val="tx2">
                  <a:lumMod val="75000"/>
                  <a:alpha val="80000"/>
                </a:schemeClr>
              </a:gs>
            </a:gsLst>
            <a:lin ang="5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572368" name=""/>
          <p:cNvSpPr/>
          <p:nvPr/>
        </p:nvSpPr>
        <p:spPr bwMode="auto">
          <a:xfrm rot="0" flipH="0" flipV="0">
            <a:off x="9583797" y="3193303"/>
            <a:ext cx="907483" cy="27809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"/>
                </a:moveTo>
                <a:lnTo>
                  <a:pt x="42548" y="0"/>
                </a:lnTo>
                <a:lnTo>
                  <a:pt x="43200" y="43200"/>
                </a:lnTo>
                <a:lnTo>
                  <a:pt x="284" y="34954"/>
                </a:lnTo>
                <a:lnTo>
                  <a:pt x="0" y="25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716291" name=""/>
          <p:cNvSpPr/>
          <p:nvPr/>
        </p:nvSpPr>
        <p:spPr bwMode="auto">
          <a:xfrm rot="0" flipH="0" flipV="0">
            <a:off x="9584388" y="3114468"/>
            <a:ext cx="907482" cy="27809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"/>
                </a:moveTo>
                <a:lnTo>
                  <a:pt x="42548" y="0"/>
                </a:lnTo>
                <a:lnTo>
                  <a:pt x="43200" y="43200"/>
                </a:lnTo>
                <a:lnTo>
                  <a:pt x="251" y="35333"/>
                </a:lnTo>
                <a:lnTo>
                  <a:pt x="0" y="25"/>
                </a:lnTo>
                <a:close/>
              </a:path>
            </a:pathLst>
          </a:custGeom>
          <a:gradFill>
            <a:gsLst>
              <a:gs pos="1000">
                <a:schemeClr val="tx2">
                  <a:alpha val="70000"/>
                </a:schemeClr>
              </a:gs>
              <a:gs pos="69000">
                <a:schemeClr val="accent1">
                  <a:lumMod val="75000"/>
                  <a:alpha val="70000"/>
                </a:schemeClr>
              </a:gs>
              <a:gs pos="89000">
                <a:schemeClr val="accent1">
                  <a:alpha val="70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0798993" name=""/>
          <p:cNvSpPr/>
          <p:nvPr/>
        </p:nvSpPr>
        <p:spPr bwMode="auto">
          <a:xfrm rot="0" flipH="0" flipV="0">
            <a:off x="8480746" y="2977526"/>
            <a:ext cx="889173" cy="147484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14860"/>
                </a:lnTo>
                <a:lnTo>
                  <a:pt x="43024" y="43200"/>
                </a:lnTo>
                <a:lnTo>
                  <a:pt x="0" y="287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175020062" name=""/>
          <p:cNvSpPr/>
          <p:nvPr/>
        </p:nvSpPr>
        <p:spPr bwMode="auto">
          <a:xfrm rot="0" flipH="0" flipV="0">
            <a:off x="8498444" y="2979145"/>
            <a:ext cx="1705698" cy="50876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993" y="43200"/>
                </a:moveTo>
                <a:cubicBezTo>
                  <a:pt x="21993" y="43200"/>
                  <a:pt x="0" y="0"/>
                  <a:pt x="0" y="0"/>
                </a:cubicBezTo>
                <a:cubicBezTo>
                  <a:pt x="0" y="0"/>
                  <a:pt x="39807" y="4466"/>
                  <a:pt x="43200" y="3708"/>
                </a:cubicBezTo>
                <a:cubicBezTo>
                  <a:pt x="39656" y="10532"/>
                  <a:pt x="21993" y="43200"/>
                  <a:pt x="21993" y="43200"/>
                </a:cubicBezTo>
                <a:close/>
              </a:path>
            </a:pathLst>
          </a:custGeom>
          <a:gradFill>
            <a:gsLst>
              <a:gs pos="8000">
                <a:schemeClr val="accent4">
                  <a:lumMod val="75000"/>
                  <a:alpha val="55000"/>
                </a:schemeClr>
              </a:gs>
              <a:gs pos="54000">
                <a:srgbClr val="7ACCB5">
                  <a:alpha val="55000"/>
                </a:srgbClr>
              </a:gs>
              <a:gs pos="100000">
                <a:schemeClr val="bg1">
                  <a:alpha val="5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26279965" name=""/>
          <p:cNvSpPr/>
          <p:nvPr/>
        </p:nvSpPr>
        <p:spPr bwMode="auto">
          <a:xfrm rot="0" flipH="0" flipV="0">
            <a:off x="8469625" y="2970954"/>
            <a:ext cx="900292" cy="148303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15016"/>
                </a:lnTo>
                <a:lnTo>
                  <a:pt x="43026" y="43200"/>
                </a:lnTo>
                <a:lnTo>
                  <a:pt x="533" y="288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80000"/>
                </a:schemeClr>
              </a:gs>
              <a:gs pos="73000">
                <a:schemeClr val="accent1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26310258" name=""/>
          <p:cNvSpPr/>
          <p:nvPr/>
        </p:nvSpPr>
        <p:spPr bwMode="auto">
          <a:xfrm rot="0" flipH="0" flipV="0">
            <a:off x="8043379" y="807889"/>
            <a:ext cx="3543276" cy="268001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317" y="34989"/>
                </a:moveTo>
                <a:cubicBezTo>
                  <a:pt x="5317" y="34989"/>
                  <a:pt x="21094" y="23367"/>
                  <a:pt x="21094" y="23367"/>
                </a:cubicBezTo>
                <a:cubicBezTo>
                  <a:pt x="21094" y="23367"/>
                  <a:pt x="0" y="7199"/>
                  <a:pt x="0" y="7199"/>
                </a:cubicBezTo>
                <a:cubicBezTo>
                  <a:pt x="0" y="7199"/>
                  <a:pt x="10740" y="20"/>
                  <a:pt x="10740" y="20"/>
                </a:cubicBezTo>
                <a:cubicBezTo>
                  <a:pt x="10740" y="20"/>
                  <a:pt x="10636" y="-308"/>
                  <a:pt x="31693" y="15141"/>
                </a:cubicBezTo>
                <a:lnTo>
                  <a:pt x="43200" y="23469"/>
                </a:lnTo>
                <a:cubicBezTo>
                  <a:pt x="43200" y="23469"/>
                  <a:pt x="43159" y="23581"/>
                  <a:pt x="43159" y="23581"/>
                </a:cubicBezTo>
                <a:cubicBezTo>
                  <a:pt x="43159" y="23581"/>
                  <a:pt x="16134" y="43200"/>
                  <a:pt x="16134" y="43200"/>
                </a:cubicBezTo>
                <a:cubicBezTo>
                  <a:pt x="16134" y="43200"/>
                  <a:pt x="5317" y="34989"/>
                  <a:pt x="5317" y="3498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76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17295682" name=""/>
          <p:cNvSpPr/>
          <p:nvPr/>
        </p:nvSpPr>
        <p:spPr bwMode="auto">
          <a:xfrm rot="0" flipH="0" flipV="0">
            <a:off x="6402942" y="4064238"/>
            <a:ext cx="3093013" cy="280164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cubicBezTo>
                  <a:pt x="0" y="0"/>
                  <a:pt x="43200" y="26887"/>
                  <a:pt x="43200" y="26887"/>
                </a:cubicBezTo>
                <a:cubicBezTo>
                  <a:pt x="43200" y="26887"/>
                  <a:pt x="42885" y="34192"/>
                  <a:pt x="42885" y="34192"/>
                </a:cubicBezTo>
                <a:cubicBezTo>
                  <a:pt x="42885" y="34192"/>
                  <a:pt x="7114" y="12140"/>
                  <a:pt x="7114" y="12140"/>
                </a:cubicBezTo>
                <a:cubicBezTo>
                  <a:pt x="7114" y="12140"/>
                  <a:pt x="7157" y="43155"/>
                  <a:pt x="7157" y="43155"/>
                </a:cubicBezTo>
                <a:cubicBezTo>
                  <a:pt x="7157" y="43155"/>
                  <a:pt x="15" y="43200"/>
                  <a:pt x="15" y="43200"/>
                </a:cubicBezTo>
                <a:cubicBezTo>
                  <a:pt x="15" y="43200"/>
                  <a:pt x="63" y="7793"/>
                  <a:pt x="63" y="7793"/>
                </a:cubicBezTo>
                <a:lnTo>
                  <a:pt x="61" y="7792"/>
                </a:lnTo>
                <a:cubicBezTo>
                  <a:pt x="61" y="7792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69286634" name=""/>
          <p:cNvSpPr/>
          <p:nvPr/>
        </p:nvSpPr>
        <p:spPr bwMode="auto">
          <a:xfrm rot="0" flipH="0" flipV="0">
            <a:off x="8607189" y="5895360"/>
            <a:ext cx="922842" cy="96263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1624" y="22771"/>
                </a:lnTo>
                <a:lnTo>
                  <a:pt x="43200" y="43097"/>
                </a:lnTo>
                <a:lnTo>
                  <a:pt x="204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60000"/>
                </a:schemeClr>
              </a:gs>
              <a:gs pos="100000">
                <a:schemeClr val="accent1">
                  <a:lumMod val="5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205481639" name=""/>
          <p:cNvSpPr/>
          <p:nvPr/>
        </p:nvSpPr>
        <p:spPr bwMode="auto">
          <a:xfrm rot="0" flipH="0" flipV="0">
            <a:off x="8607189" y="5398497"/>
            <a:ext cx="1909379" cy="10382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1194"/>
                </a:moveTo>
                <a:lnTo>
                  <a:pt x="22336" y="0"/>
                </a:lnTo>
                <a:lnTo>
                  <a:pt x="43200" y="21400"/>
                </a:lnTo>
                <a:lnTo>
                  <a:pt x="21109" y="43200"/>
                </a:lnTo>
                <a:lnTo>
                  <a:pt x="0" y="21194"/>
                </a:lnTo>
                <a:close/>
              </a:path>
            </a:pathLst>
          </a:custGeom>
          <a:gradFill>
            <a:gsLst>
              <a:gs pos="3000">
                <a:schemeClr val="accent4">
                  <a:lumMod val="50000"/>
                </a:schemeClr>
              </a:gs>
              <a:gs pos="32000">
                <a:schemeClr val="accent4">
                  <a:lumMod val="75000"/>
                </a:schemeClr>
              </a:gs>
              <a:gs pos="80000">
                <a:schemeClr val="accent4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3865431" name=""/>
          <p:cNvSpPr/>
          <p:nvPr/>
        </p:nvSpPr>
        <p:spPr bwMode="auto">
          <a:xfrm rot="0" flipH="0" flipV="0">
            <a:off x="9366296" y="2263297"/>
            <a:ext cx="2218081" cy="459240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8738"/>
                </a:moveTo>
                <a:cubicBezTo>
                  <a:pt x="43200" y="8738"/>
                  <a:pt x="43180" y="35846"/>
                  <a:pt x="43180" y="35846"/>
                </a:cubicBezTo>
                <a:cubicBezTo>
                  <a:pt x="43180" y="35846"/>
                  <a:pt x="22172" y="41208"/>
                  <a:pt x="22172" y="41208"/>
                </a:cubicBezTo>
                <a:cubicBezTo>
                  <a:pt x="22172" y="41208"/>
                  <a:pt x="22130" y="43199"/>
                  <a:pt x="22130" y="43199"/>
                </a:cubicBezTo>
                <a:lnTo>
                  <a:pt x="2505" y="43200"/>
                </a:lnTo>
                <a:cubicBezTo>
                  <a:pt x="2505" y="43200"/>
                  <a:pt x="2406" y="38976"/>
                  <a:pt x="2406" y="38976"/>
                </a:cubicBezTo>
                <a:cubicBezTo>
                  <a:pt x="2406" y="38976"/>
                  <a:pt x="21730" y="34214"/>
                  <a:pt x="21730" y="34214"/>
                </a:cubicBezTo>
                <a:cubicBezTo>
                  <a:pt x="21730" y="34214"/>
                  <a:pt x="21494" y="14718"/>
                  <a:pt x="21494" y="14718"/>
                </a:cubicBezTo>
                <a:cubicBezTo>
                  <a:pt x="21494" y="14718"/>
                  <a:pt x="0" y="20506"/>
                  <a:pt x="0" y="20506"/>
                </a:cubicBezTo>
                <a:cubicBezTo>
                  <a:pt x="0" y="20506"/>
                  <a:pt x="54" y="11337"/>
                  <a:pt x="54" y="11337"/>
                </a:cubicBezTo>
                <a:cubicBezTo>
                  <a:pt x="54" y="11337"/>
                  <a:pt x="43181" y="0"/>
                  <a:pt x="43181" y="0"/>
                </a:cubicBezTo>
                <a:cubicBezTo>
                  <a:pt x="43181" y="0"/>
                  <a:pt x="43181" y="8741"/>
                  <a:pt x="43181" y="8741"/>
                </a:cubicBezTo>
                <a:lnTo>
                  <a:pt x="43200" y="8738"/>
                </a:lnTo>
                <a:close/>
              </a:path>
            </a:pathLst>
          </a:custGeom>
          <a:gradFill>
            <a:gsLst>
              <a:gs pos="5000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657665127" name=""/>
          <p:cNvSpPr/>
          <p:nvPr/>
        </p:nvSpPr>
        <p:spPr bwMode="auto">
          <a:xfrm rot="0" flipH="0" flipV="0">
            <a:off x="8607189" y="5398497"/>
            <a:ext cx="1885257" cy="71464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790"/>
                </a:moveTo>
                <a:cubicBezTo>
                  <a:pt x="0" y="30790"/>
                  <a:pt x="22621" y="0"/>
                  <a:pt x="22621" y="0"/>
                </a:cubicBezTo>
                <a:cubicBezTo>
                  <a:pt x="22621" y="0"/>
                  <a:pt x="43200" y="29477"/>
                  <a:pt x="43200" y="29477"/>
                </a:cubicBezTo>
                <a:cubicBezTo>
                  <a:pt x="43200" y="29477"/>
                  <a:pt x="8298" y="43200"/>
                  <a:pt x="8298" y="43200"/>
                </a:cubicBezTo>
                <a:cubicBezTo>
                  <a:pt x="8298" y="43200"/>
                  <a:pt x="0" y="30790"/>
                  <a:pt x="0" y="3079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50000"/>
                  <a:alpha val="15000"/>
                </a:schemeClr>
              </a:gs>
              <a:gs pos="100000">
                <a:schemeClr val="accent4">
                  <a:alpha val="15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98360926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7" y="807889"/>
            <a:ext cx="6100603" cy="23875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0224748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7" y="3287565"/>
            <a:ext cx="6100603" cy="165576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6630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3016244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5530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1">
                <a:lumMod val="75000"/>
              </a:schemeClr>
            </a:gs>
            <a:gs pos="32000">
              <a:schemeClr val="accent1"/>
            </a:gs>
            <a:gs pos="100000">
              <a:schemeClr val="bg2">
                <a:lumMod val="25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6442890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4329780" y="-22155"/>
            <a:ext cx="7862213" cy="3467097"/>
          </a:xfrm>
          <a:prstGeom prst="rect">
            <a:avLst/>
          </a:prstGeom>
        </p:spPr>
      </p:pic>
      <p:sp>
        <p:nvSpPr>
          <p:cNvPr id="228415016" name=""/>
          <p:cNvSpPr/>
          <p:nvPr/>
        </p:nvSpPr>
        <p:spPr bwMode="auto">
          <a:xfrm rot="0" flipH="0" flipV="0">
            <a:off x="841248" y="1837347"/>
            <a:ext cx="9871473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27344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41246" y="365758"/>
            <a:ext cx="8765391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93040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821106" name=""/>
          <p:cNvSpPr/>
          <p:nvPr/>
        </p:nvSpPr>
        <p:spPr bwMode="auto">
          <a:xfrm rot="0" flipH="0" flipV="0">
            <a:off x="10689336" y="4742676"/>
            <a:ext cx="891333" cy="211531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96" y="0"/>
                </a:moveTo>
                <a:lnTo>
                  <a:pt x="43014" y="8181"/>
                </a:lnTo>
                <a:lnTo>
                  <a:pt x="43200" y="43200"/>
                </a:lnTo>
                <a:lnTo>
                  <a:pt x="0" y="43198"/>
                </a:lnTo>
                <a:lnTo>
                  <a:pt x="496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3825055" name=""/>
          <p:cNvSpPr/>
          <p:nvPr/>
        </p:nvSpPr>
        <p:spPr bwMode="auto">
          <a:xfrm rot="15029760" flipH="0" flipV="0">
            <a:off x="10752835" y="2323587"/>
            <a:ext cx="891333" cy="17922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788378" name=""/>
          <p:cNvSpPr/>
          <p:nvPr/>
        </p:nvSpPr>
        <p:spPr bwMode="auto">
          <a:xfrm rot="0" flipH="0" flipV="0">
            <a:off x="10669787" y="1880658"/>
            <a:ext cx="891333" cy="28310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tx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9904633" name=""/>
          <p:cNvSpPr/>
          <p:nvPr/>
        </p:nvSpPr>
        <p:spPr bwMode="auto">
          <a:xfrm rot="0" flipH="0" flipV="0">
            <a:off x="9996843" y="0"/>
            <a:ext cx="2195154" cy="156753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5466"/>
                </a:moveTo>
                <a:cubicBezTo>
                  <a:pt x="0" y="15466"/>
                  <a:pt x="19975" y="0"/>
                  <a:pt x="19975" y="0"/>
                </a:cubicBezTo>
                <a:lnTo>
                  <a:pt x="43029" y="0"/>
                </a:lnTo>
                <a:cubicBezTo>
                  <a:pt x="43029" y="0"/>
                  <a:pt x="43200" y="5923"/>
                  <a:pt x="43200" y="5923"/>
                </a:cubicBezTo>
                <a:cubicBezTo>
                  <a:pt x="43200" y="5923"/>
                  <a:pt x="43200" y="41581"/>
                  <a:pt x="43200" y="41581"/>
                </a:cubicBezTo>
                <a:cubicBezTo>
                  <a:pt x="43200" y="41581"/>
                  <a:pt x="253" y="43200"/>
                  <a:pt x="253" y="43200"/>
                </a:cubicBezTo>
                <a:cubicBezTo>
                  <a:pt x="253" y="43200"/>
                  <a:pt x="0" y="15466"/>
                  <a:pt x="0" y="15466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50870319" name=""/>
          <p:cNvSpPr/>
          <p:nvPr/>
        </p:nvSpPr>
        <p:spPr bwMode="auto">
          <a:xfrm rot="0" flipH="0" flipV="0">
            <a:off x="9976818" y="559661"/>
            <a:ext cx="692949" cy="414219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72" y="0"/>
                </a:moveTo>
                <a:lnTo>
                  <a:pt x="43200" y="4128"/>
                </a:lnTo>
                <a:lnTo>
                  <a:pt x="42414" y="42774"/>
                </a:lnTo>
                <a:lnTo>
                  <a:pt x="0" y="43200"/>
                </a:lnTo>
                <a:lnTo>
                  <a:pt x="872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8656422" name=""/>
          <p:cNvSpPr/>
          <p:nvPr/>
        </p:nvSpPr>
        <p:spPr bwMode="auto">
          <a:xfrm>
            <a:off x="10655667" y="163289"/>
            <a:ext cx="1536330" cy="1791841"/>
          </a:xfrm>
          <a:custGeom>
            <a:avLst/>
            <a:gdLst/>
            <a:ahLst/>
            <a:cxnLst/>
            <a:rect l="0" t="0" r="r" b="b"/>
            <a:pathLst>
              <a:path w="1536333" h="1791844" fill="norm" stroke="1" extrusionOk="0">
                <a:moveTo>
                  <a:pt x="10031" y="794821"/>
                </a:moveTo>
                <a:cubicBezTo>
                  <a:pt x="10031" y="794821"/>
                  <a:pt x="1536332" y="0"/>
                  <a:pt x="1536332" y="0"/>
                </a:cubicBezTo>
                <a:cubicBezTo>
                  <a:pt x="1536332" y="0"/>
                  <a:pt x="1536332" y="1750532"/>
                  <a:pt x="1536332" y="1750532"/>
                </a:cubicBezTo>
                <a:cubicBezTo>
                  <a:pt x="1536332" y="1750532"/>
                  <a:pt x="0" y="1791843"/>
                  <a:pt x="0" y="1791843"/>
                </a:cubicBezTo>
                <a:cubicBezTo>
                  <a:pt x="0" y="1791843"/>
                  <a:pt x="10031" y="794821"/>
                  <a:pt x="10031" y="7948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31000">
                <a:schemeClr val="accent1">
                  <a:lumMod val="75000"/>
                </a:schemeClr>
              </a:gs>
              <a:gs pos="75000">
                <a:schemeClr val="accent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87980983" name=""/>
          <p:cNvSpPr/>
          <p:nvPr/>
        </p:nvSpPr>
        <p:spPr bwMode="auto">
          <a:xfrm rot="0">
            <a:off x="10207901" y="1705797"/>
            <a:ext cx="1984095" cy="516350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47" y="0"/>
                </a:moveTo>
                <a:cubicBezTo>
                  <a:pt x="247" y="0"/>
                  <a:pt x="43200" y="9303"/>
                  <a:pt x="43200" y="9303"/>
                </a:cubicBezTo>
                <a:cubicBezTo>
                  <a:pt x="43200" y="9303"/>
                  <a:pt x="43200" y="13422"/>
                  <a:pt x="43200" y="13422"/>
                </a:cubicBezTo>
                <a:cubicBezTo>
                  <a:pt x="43200" y="13422"/>
                  <a:pt x="11336" y="6584"/>
                  <a:pt x="11336" y="6584"/>
                </a:cubicBezTo>
                <a:cubicBezTo>
                  <a:pt x="11336" y="6584"/>
                  <a:pt x="11391" y="42643"/>
                  <a:pt x="11167" y="43200"/>
                </a:cubicBezTo>
                <a:cubicBezTo>
                  <a:pt x="11167" y="43200"/>
                  <a:pt x="3722" y="43116"/>
                  <a:pt x="0" y="43074"/>
                </a:cubicBezTo>
                <a:cubicBezTo>
                  <a:pt x="0" y="43074"/>
                  <a:pt x="344" y="4227"/>
                  <a:pt x="344" y="4227"/>
                </a:cubicBezTo>
                <a:lnTo>
                  <a:pt x="341" y="4226"/>
                </a:lnTo>
                <a:cubicBezTo>
                  <a:pt x="341" y="4226"/>
                  <a:pt x="247" y="0"/>
                  <a:pt x="24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639309342" name=""/>
          <p:cNvSpPr/>
          <p:nvPr/>
        </p:nvSpPr>
        <p:spPr bwMode="auto">
          <a:xfrm rot="0">
            <a:off x="10219257" y="783767"/>
            <a:ext cx="1973763" cy="204637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9464"/>
                </a:moveTo>
                <a:cubicBezTo>
                  <a:pt x="0" y="19464"/>
                  <a:pt x="43177" y="0"/>
                  <a:pt x="43177" y="0"/>
                </a:cubicBezTo>
                <a:cubicBezTo>
                  <a:pt x="43177" y="0"/>
                  <a:pt x="43177" y="18855"/>
                  <a:pt x="43177" y="18855"/>
                </a:cubicBezTo>
                <a:lnTo>
                  <a:pt x="43199" y="18858"/>
                </a:lnTo>
                <a:cubicBezTo>
                  <a:pt x="43199" y="18858"/>
                  <a:pt x="43200" y="43200"/>
                  <a:pt x="43200" y="43200"/>
                </a:cubicBezTo>
                <a:cubicBezTo>
                  <a:pt x="43200" y="43200"/>
                  <a:pt x="85" y="19464"/>
                  <a:pt x="85" y="19464"/>
                </a:cubicBezTo>
                <a:lnTo>
                  <a:pt x="0" y="1946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331149240" name=""/>
          <p:cNvSpPr/>
          <p:nvPr/>
        </p:nvSpPr>
        <p:spPr bwMode="auto">
          <a:xfrm rot="0" flipH="0" flipV="0">
            <a:off x="10044855" y="4806426"/>
            <a:ext cx="457736" cy="2051569"/>
          </a:xfrm>
          <a:prstGeom prst="rect">
            <a:avLst/>
          </a:prstGeom>
          <a:gradFill>
            <a:gsLst>
              <a:gs pos="0">
                <a:schemeClr val="tx2"/>
              </a:gs>
              <a:gs pos="3900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6864423" name=""/>
          <p:cNvSpPr/>
          <p:nvPr/>
        </p:nvSpPr>
        <p:spPr bwMode="auto">
          <a:xfrm rot="0" flipH="0" flipV="0">
            <a:off x="9989847" y="4854846"/>
            <a:ext cx="2203542" cy="39439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170" y="2616"/>
                </a:lnTo>
                <a:lnTo>
                  <a:pt x="43200" y="43200"/>
                </a:lnTo>
                <a:lnTo>
                  <a:pt x="9959" y="4173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465450" name=""/>
          <p:cNvSpPr/>
          <p:nvPr/>
        </p:nvSpPr>
        <p:spPr bwMode="auto">
          <a:xfrm>
            <a:off x="9606639" y="4299854"/>
            <a:ext cx="2585355" cy="2558142"/>
          </a:xfrm>
          <a:custGeom>
            <a:avLst/>
            <a:gdLst/>
            <a:ahLst/>
            <a:cxnLst/>
            <a:rect l="0" t="0" r="r" b="b"/>
            <a:pathLst>
              <a:path w="2585358" h="2558143" fill="norm" stroke="1" extrusionOk="0">
                <a:moveTo>
                  <a:pt x="0" y="0"/>
                </a:moveTo>
                <a:cubicBezTo>
                  <a:pt x="0" y="0"/>
                  <a:pt x="2585357" y="0"/>
                  <a:pt x="2585357" y="0"/>
                </a:cubicBezTo>
                <a:cubicBezTo>
                  <a:pt x="2585357" y="0"/>
                  <a:pt x="2585357" y="639536"/>
                  <a:pt x="2585357" y="639536"/>
                </a:cubicBezTo>
                <a:cubicBezTo>
                  <a:pt x="2585357" y="639536"/>
                  <a:pt x="489856" y="639536"/>
                  <a:pt x="489856" y="639536"/>
                </a:cubicBezTo>
                <a:cubicBezTo>
                  <a:pt x="489856" y="639536"/>
                  <a:pt x="489856" y="2558143"/>
                  <a:pt x="489856" y="2558143"/>
                </a:cubicBezTo>
                <a:cubicBezTo>
                  <a:pt x="489856" y="2558143"/>
                  <a:pt x="0" y="2558143"/>
                  <a:pt x="0" y="2558143"/>
                </a:cubicBezTo>
                <a:cubicBezTo>
                  <a:pt x="0" y="2558143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9219873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828800"/>
            <a:ext cx="8765391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/>
              <a:t>Second level</a:t>
            </a:r>
            <a:endParaRPr/>
          </a:p>
          <a:p>
            <a:pPr lvl="2" defTabSz="914400" rtl="0">
              <a:defRPr/>
            </a:pPr>
            <a:r>
              <a:rPr/>
              <a:t>Third level</a:t>
            </a:r>
            <a:endParaRPr/>
          </a:p>
          <a:p>
            <a:pPr lvl="3" defTabSz="914400" rtl="0">
              <a:defRPr/>
            </a:pPr>
            <a:r>
              <a:rPr/>
              <a:t>Fourth level</a:t>
            </a:r>
            <a:endParaRPr/>
          </a:p>
          <a:p>
            <a:pPr lvl="4" defTabSz="914400" rtl="0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833651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309643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9195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bg1"/>
            </a:gs>
            <a:gs pos="32000">
              <a:schemeClr val="bg1">
                <a:lumMod val="95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57288117" name=""/>
          <p:cNvGrpSpPr/>
          <p:nvPr/>
        </p:nvGrpSpPr>
        <p:grpSpPr bwMode="auto">
          <a:xfrm flipH="0" flipV="0">
            <a:off x="363" y="2919618"/>
            <a:ext cx="1193073" cy="3949681"/>
            <a:chOff x="0" y="0"/>
            <a:chExt cx="1193073" cy="3949681"/>
          </a:xfrm>
        </p:grpSpPr>
        <p:sp>
          <p:nvSpPr>
            <p:cNvPr id="1001036994" name=""/>
            <p:cNvSpPr/>
            <p:nvPr/>
          </p:nvSpPr>
          <p:spPr bwMode="auto">
            <a:xfrm rot="0" flipH="1" flipV="0">
              <a:off x="368028" y="2569441"/>
              <a:ext cx="535698" cy="137290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96" y="0"/>
                  </a:moveTo>
                  <a:lnTo>
                    <a:pt x="43014" y="8181"/>
                  </a:lnTo>
                  <a:lnTo>
                    <a:pt x="43200" y="43200"/>
                  </a:lnTo>
                  <a:lnTo>
                    <a:pt x="0" y="43198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19158679" name=""/>
            <p:cNvSpPr/>
            <p:nvPr/>
          </p:nvSpPr>
          <p:spPr bwMode="auto">
            <a:xfrm rot="0" flipH="1" flipV="0">
              <a:off x="379776" y="711912"/>
              <a:ext cx="535698" cy="183744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42" y="0"/>
                  </a:moveTo>
                  <a:lnTo>
                    <a:pt x="43014" y="12607"/>
                  </a:lnTo>
                  <a:lnTo>
                    <a:pt x="43200" y="43200"/>
                  </a:lnTo>
                  <a:lnTo>
                    <a:pt x="0" y="43199"/>
                  </a:lnTo>
                  <a:lnTo>
                    <a:pt x="142" y="0"/>
                  </a:lnTo>
                  <a:close/>
                </a:path>
              </a:pathLst>
            </a:custGeom>
            <a:gradFill>
              <a:gsLst>
                <a:gs pos="15000">
                  <a:schemeClr val="accent4">
                    <a:lumMod val="40000"/>
                    <a:lumOff val="60000"/>
                  </a:schemeClr>
                </a:gs>
                <a:gs pos="72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1952691" name=""/>
            <p:cNvSpPr/>
            <p:nvPr/>
          </p:nvSpPr>
          <p:spPr bwMode="auto">
            <a:xfrm rot="0" flipH="1" flipV="0">
              <a:off x="614" y="598421"/>
              <a:ext cx="1192457" cy="3351258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247" y="0"/>
                  </a:moveTo>
                  <a:cubicBezTo>
                    <a:pt x="247" y="0"/>
                    <a:pt x="43200" y="9303"/>
                    <a:pt x="43200" y="9303"/>
                  </a:cubicBezTo>
                  <a:cubicBezTo>
                    <a:pt x="43200" y="9303"/>
                    <a:pt x="43200" y="13422"/>
                    <a:pt x="43200" y="13422"/>
                  </a:cubicBezTo>
                  <a:cubicBezTo>
                    <a:pt x="43200" y="13422"/>
                    <a:pt x="11336" y="6584"/>
                    <a:pt x="11336" y="6584"/>
                  </a:cubicBezTo>
                  <a:cubicBezTo>
                    <a:pt x="11336" y="6584"/>
                    <a:pt x="11391" y="42643"/>
                    <a:pt x="11167" y="43200"/>
                  </a:cubicBezTo>
                  <a:cubicBezTo>
                    <a:pt x="11167" y="43200"/>
                    <a:pt x="3722" y="43116"/>
                    <a:pt x="0" y="43074"/>
                  </a:cubicBezTo>
                  <a:cubicBezTo>
                    <a:pt x="0" y="43074"/>
                    <a:pt x="344" y="4227"/>
                    <a:pt x="344" y="4227"/>
                  </a:cubicBezTo>
                  <a:lnTo>
                    <a:pt x="341" y="4226"/>
                  </a:lnTo>
                  <a:cubicBezTo>
                    <a:pt x="341" y="4226"/>
                    <a:pt x="247" y="0"/>
                    <a:pt x="247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50000">
                  <a:schemeClr val="accent4">
                    <a:lumMod val="7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801296776" name=""/>
            <p:cNvSpPr/>
            <p:nvPr/>
          </p:nvSpPr>
          <p:spPr bwMode="auto">
            <a:xfrm rot="0" flipH="1" flipV="0">
              <a:off x="0" y="0"/>
              <a:ext cx="1186249" cy="132815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9464"/>
                  </a:moveTo>
                  <a:cubicBezTo>
                    <a:pt x="0" y="19464"/>
                    <a:pt x="43177" y="0"/>
                    <a:pt x="43177" y="0"/>
                  </a:cubicBezTo>
                  <a:cubicBezTo>
                    <a:pt x="43177" y="0"/>
                    <a:pt x="43177" y="18855"/>
                    <a:pt x="43177" y="18855"/>
                  </a:cubicBezTo>
                  <a:lnTo>
                    <a:pt x="43199" y="18858"/>
                  </a:lnTo>
                  <a:cubicBezTo>
                    <a:pt x="43199" y="18858"/>
                    <a:pt x="43200" y="43200"/>
                    <a:pt x="43200" y="43200"/>
                  </a:cubicBezTo>
                  <a:cubicBezTo>
                    <a:pt x="43200" y="43200"/>
                    <a:pt x="85" y="19464"/>
                    <a:pt x="85" y="19464"/>
                  </a:cubicBezTo>
                  <a:lnTo>
                    <a:pt x="0" y="19464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1809991653" name=""/>
          <p:cNvGrpSpPr/>
          <p:nvPr/>
        </p:nvGrpSpPr>
        <p:grpSpPr bwMode="auto">
          <a:xfrm flipH="0" flipV="0">
            <a:off x="-40140" y="5412530"/>
            <a:ext cx="1615955" cy="1456769"/>
            <a:chOff x="0" y="0"/>
            <a:chExt cx="1615955" cy="1456769"/>
          </a:xfrm>
        </p:grpSpPr>
        <p:sp>
          <p:nvSpPr>
            <p:cNvPr id="1758135406" name=""/>
            <p:cNvSpPr/>
            <p:nvPr/>
          </p:nvSpPr>
          <p:spPr bwMode="auto">
            <a:xfrm rot="0" flipH="1" flipV="0">
              <a:off x="1056249" y="288473"/>
              <a:ext cx="285949" cy="1168295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9132251" name=""/>
            <p:cNvSpPr/>
            <p:nvPr/>
          </p:nvSpPr>
          <p:spPr bwMode="auto">
            <a:xfrm rot="0" flipH="1" flipV="0">
              <a:off x="0" y="316045"/>
              <a:ext cx="1376564" cy="22459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170" y="2616"/>
                  </a:lnTo>
                  <a:lnTo>
                    <a:pt x="43200" y="43200"/>
                  </a:lnTo>
                  <a:lnTo>
                    <a:pt x="9959" y="417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817161" name=""/>
            <p:cNvSpPr/>
            <p:nvPr/>
          </p:nvSpPr>
          <p:spPr bwMode="auto">
            <a:xfrm rot="0" flipH="1" flipV="0">
              <a:off x="867" y="0"/>
              <a:ext cx="1615083" cy="1456769"/>
            </a:xfrm>
            <a:custGeom>
              <a:avLst/>
              <a:gdLst/>
              <a:ahLst/>
              <a:cxnLst/>
              <a:rect l="0" t="0" r="r" b="b"/>
              <a:pathLst>
                <a:path w="2585358" h="2558143" fill="norm" stroke="1" extrusionOk="0">
                  <a:moveTo>
                    <a:pt x="0" y="0"/>
                  </a:moveTo>
                  <a:cubicBezTo>
                    <a:pt x="0" y="0"/>
                    <a:pt x="2585357" y="0"/>
                    <a:pt x="2585357" y="0"/>
                  </a:cubicBezTo>
                  <a:cubicBezTo>
                    <a:pt x="2585357" y="0"/>
                    <a:pt x="2585357" y="639536"/>
                    <a:pt x="2585357" y="639536"/>
                  </a:cubicBezTo>
                  <a:cubicBezTo>
                    <a:pt x="2585357" y="639536"/>
                    <a:pt x="489856" y="639536"/>
                    <a:pt x="489856" y="639536"/>
                  </a:cubicBezTo>
                  <a:cubicBezTo>
                    <a:pt x="489856" y="639536"/>
                    <a:pt x="489856" y="2558143"/>
                    <a:pt x="489856" y="2558143"/>
                  </a:cubicBezTo>
                  <a:cubicBezTo>
                    <a:pt x="489856" y="2558143"/>
                    <a:pt x="0" y="2558143"/>
                    <a:pt x="0" y="2558143"/>
                  </a:cubicBezTo>
                  <a:cubicBezTo>
                    <a:pt x="0" y="2558143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50000">
                  <a:schemeClr val="accent1">
                    <a:lumMod val="20000"/>
                    <a:lumOff val="80000"/>
                    <a:alpha val="99999"/>
                  </a:schemeClr>
                </a:gs>
                <a:gs pos="100000">
                  <a:schemeClr val="accent1">
                    <a:lumMod val="40000"/>
                    <a:lumOff val="60000"/>
                    <a:alpha val="99999"/>
                  </a:schemeClr>
                </a:gs>
              </a:gsLst>
              <a:lin ang="13500000" scaled="1"/>
            </a:gra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52098801" name=""/>
          <p:cNvSpPr/>
          <p:nvPr/>
        </p:nvSpPr>
        <p:spPr bwMode="auto">
          <a:xfrm rot="0" flipH="0" flipV="0">
            <a:off x="9996843" y="0"/>
            <a:ext cx="2195154" cy="156753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5466"/>
                </a:moveTo>
                <a:cubicBezTo>
                  <a:pt x="0" y="15466"/>
                  <a:pt x="19975" y="0"/>
                  <a:pt x="19975" y="0"/>
                </a:cubicBezTo>
                <a:lnTo>
                  <a:pt x="43029" y="0"/>
                </a:lnTo>
                <a:cubicBezTo>
                  <a:pt x="43029" y="0"/>
                  <a:pt x="43200" y="5923"/>
                  <a:pt x="43200" y="5923"/>
                </a:cubicBezTo>
                <a:cubicBezTo>
                  <a:pt x="43200" y="5923"/>
                  <a:pt x="43200" y="41581"/>
                  <a:pt x="43200" y="41581"/>
                </a:cubicBezTo>
                <a:cubicBezTo>
                  <a:pt x="43200" y="41581"/>
                  <a:pt x="253" y="43200"/>
                  <a:pt x="253" y="43200"/>
                </a:cubicBezTo>
                <a:cubicBezTo>
                  <a:pt x="253" y="43200"/>
                  <a:pt x="0" y="15466"/>
                  <a:pt x="0" y="15466"/>
                </a:cubicBezTo>
                <a:close/>
              </a:path>
            </a:pathLst>
          </a:custGeom>
          <a:gradFill>
            <a:gsLst>
              <a:gs pos="2000">
                <a:schemeClr val="accent4">
                  <a:lumMod val="20000"/>
                  <a:lumOff val="80000"/>
                </a:schemeClr>
              </a:gs>
              <a:gs pos="46000">
                <a:schemeClr val="accent2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94286707" name=""/>
          <p:cNvSpPr/>
          <p:nvPr/>
        </p:nvSpPr>
        <p:spPr bwMode="auto">
          <a:xfrm rot="0" flipH="0" flipV="0">
            <a:off x="9961819" y="559659"/>
            <a:ext cx="707949" cy="629833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68" y="0"/>
                </a:moveTo>
                <a:lnTo>
                  <a:pt x="43200" y="2714"/>
                </a:lnTo>
                <a:lnTo>
                  <a:pt x="41516" y="43200"/>
                </a:lnTo>
                <a:lnTo>
                  <a:pt x="0" y="43200"/>
                </a:lnTo>
                <a:lnTo>
                  <a:pt x="1768" y="0"/>
                </a:lnTo>
                <a:close/>
              </a:path>
            </a:pathLst>
          </a:custGeom>
          <a:gradFill>
            <a:gsLst>
              <a:gs pos="30000">
                <a:schemeClr val="tx2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4255890" name=""/>
          <p:cNvSpPr/>
          <p:nvPr/>
        </p:nvSpPr>
        <p:spPr bwMode="auto">
          <a:xfrm rot="0" flipH="0" flipV="0">
            <a:off x="10637923" y="147377"/>
            <a:ext cx="1554071" cy="67220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70" y="5107"/>
                </a:moveTo>
                <a:cubicBezTo>
                  <a:pt x="770" y="5107"/>
                  <a:pt x="43200" y="0"/>
                  <a:pt x="43200" y="0"/>
                </a:cubicBezTo>
                <a:cubicBezTo>
                  <a:pt x="43200" y="0"/>
                  <a:pt x="42479" y="43199"/>
                  <a:pt x="42479" y="43199"/>
                </a:cubicBezTo>
                <a:cubicBezTo>
                  <a:pt x="42479" y="43199"/>
                  <a:pt x="-1773" y="43213"/>
                  <a:pt x="118" y="43126"/>
                </a:cubicBezTo>
                <a:cubicBezTo>
                  <a:pt x="118" y="43126"/>
                  <a:pt x="770" y="5107"/>
                  <a:pt x="770" y="5107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677210915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4329780" y="-22155"/>
            <a:ext cx="7862213" cy="3467097"/>
          </a:xfrm>
          <a:prstGeom prst="rect">
            <a:avLst/>
          </a:prstGeom>
        </p:spPr>
      </p:pic>
      <p:sp>
        <p:nvSpPr>
          <p:cNvPr id="105359394" name=""/>
          <p:cNvSpPr/>
          <p:nvPr/>
        </p:nvSpPr>
        <p:spPr bwMode="auto">
          <a:xfrm rot="0" flipH="0" flipV="0">
            <a:off x="841248" y="1837347"/>
            <a:ext cx="8765391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24184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758"/>
            <a:ext cx="8765391" cy="1325561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76604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103573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828800"/>
            <a:ext cx="8765391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/>
              <a:t>Second level</a:t>
            </a:r>
            <a:endParaRPr/>
          </a:p>
          <a:p>
            <a:pPr lvl="2" defTabSz="914400" rtl="0">
              <a:defRPr/>
            </a:pPr>
            <a:r>
              <a:rPr/>
              <a:t>Third level</a:t>
            </a:r>
            <a:endParaRPr/>
          </a:p>
          <a:p>
            <a:pPr lvl="3" defTabSz="914400" rtl="0">
              <a:defRPr/>
            </a:pPr>
            <a:r>
              <a:rPr/>
              <a:t>Fourth level</a:t>
            </a:r>
            <a:endParaRPr/>
          </a:p>
          <a:p>
            <a:pPr lvl="4" defTabSz="914400" rtl="0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408687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2980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C9D9B5-F077-468C-1B1B-ECB29E219831}" type="datetimeFigureOut">
              <a:rPr/>
              <a:t/>
            </a:fld>
            <a:endParaRPr/>
          </a:p>
        </p:txBody>
      </p:sp>
      <p:sp>
        <p:nvSpPr>
          <p:cNvPr id="6491142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7214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050D75-E444-7303-8BE6-1B8C1C244E32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55000">
              <a:schemeClr val="accent1">
                <a:lumMod val="50000"/>
              </a:schemeClr>
            </a:gs>
            <a:gs pos="100000">
              <a:schemeClr val="tx1"/>
            </a:gs>
          </a:gsLst>
          <a:lin ang="1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595675" name=""/>
          <p:cNvSpPr/>
          <p:nvPr/>
        </p:nvSpPr>
        <p:spPr bwMode="auto">
          <a:xfrm rot="0" flipH="0" flipV="0">
            <a:off x="9523517" y="0"/>
            <a:ext cx="1956861" cy="118657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67" y="14243"/>
                </a:moveTo>
                <a:cubicBezTo>
                  <a:pt x="267" y="14243"/>
                  <a:pt x="16262" y="41"/>
                  <a:pt x="16262" y="41"/>
                </a:cubicBezTo>
                <a:lnTo>
                  <a:pt x="43200" y="0"/>
                </a:lnTo>
                <a:cubicBezTo>
                  <a:pt x="43200" y="0"/>
                  <a:pt x="43200" y="41601"/>
                  <a:pt x="43200" y="41601"/>
                </a:cubicBezTo>
                <a:cubicBezTo>
                  <a:pt x="43200" y="41601"/>
                  <a:pt x="0" y="43200"/>
                  <a:pt x="0" y="43200"/>
                </a:cubicBezTo>
                <a:cubicBezTo>
                  <a:pt x="0" y="43200"/>
                  <a:pt x="267" y="14243"/>
                  <a:pt x="267" y="14243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9440694" name=""/>
          <p:cNvSpPr/>
          <p:nvPr/>
        </p:nvSpPr>
        <p:spPr bwMode="auto">
          <a:xfrm rot="0" flipH="0" flipV="0">
            <a:off x="9486963" y="379984"/>
            <a:ext cx="770484" cy="37032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09" y="0"/>
                </a:moveTo>
                <a:lnTo>
                  <a:pt x="43200" y="2723"/>
                </a:lnTo>
                <a:lnTo>
                  <a:pt x="42414" y="42758"/>
                </a:lnTo>
                <a:lnTo>
                  <a:pt x="0" y="43200"/>
                </a:lnTo>
                <a:lnTo>
                  <a:pt x="1309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2704245" name=""/>
          <p:cNvSpPr/>
          <p:nvPr/>
        </p:nvSpPr>
        <p:spPr bwMode="auto">
          <a:xfrm rot="0" flipH="0" flipV="0">
            <a:off x="10241766" y="-5064"/>
            <a:ext cx="1634599" cy="21701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93" y="12203"/>
                </a:moveTo>
                <a:cubicBezTo>
                  <a:pt x="393" y="12203"/>
                  <a:pt x="32666" y="100"/>
                  <a:pt x="32666" y="100"/>
                </a:cubicBezTo>
                <a:cubicBezTo>
                  <a:pt x="32666" y="100"/>
                  <a:pt x="43200" y="0"/>
                  <a:pt x="43200" y="0"/>
                </a:cubicBezTo>
                <a:cubicBezTo>
                  <a:pt x="43200" y="0"/>
                  <a:pt x="27828" y="23762"/>
                  <a:pt x="15081" y="36510"/>
                </a:cubicBezTo>
                <a:cubicBezTo>
                  <a:pt x="9380" y="42210"/>
                  <a:pt x="0" y="43200"/>
                  <a:pt x="0" y="43200"/>
                </a:cubicBezTo>
                <a:cubicBezTo>
                  <a:pt x="0" y="43200"/>
                  <a:pt x="393" y="12203"/>
                  <a:pt x="393" y="1220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12136826" name=""/>
          <p:cNvSpPr/>
          <p:nvPr/>
        </p:nvSpPr>
        <p:spPr bwMode="auto">
          <a:xfrm rot="0" flipH="0" flipV="0">
            <a:off x="10680678" y="0"/>
            <a:ext cx="1511317" cy="145174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7790"/>
                </a:moveTo>
                <a:cubicBezTo>
                  <a:pt x="0" y="17790"/>
                  <a:pt x="31325" y="0"/>
                  <a:pt x="31325" y="0"/>
                </a:cubicBezTo>
                <a:lnTo>
                  <a:pt x="43200" y="0"/>
                </a:lnTo>
                <a:cubicBezTo>
                  <a:pt x="43200" y="0"/>
                  <a:pt x="43200" y="41894"/>
                  <a:pt x="43200" y="41894"/>
                </a:cubicBezTo>
                <a:cubicBezTo>
                  <a:pt x="43200" y="41894"/>
                  <a:pt x="421" y="43200"/>
                  <a:pt x="421" y="43200"/>
                </a:cubicBezTo>
                <a:cubicBezTo>
                  <a:pt x="421" y="43200"/>
                  <a:pt x="0" y="17790"/>
                  <a:pt x="0" y="17790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41987943" name=""/>
          <p:cNvSpPr/>
          <p:nvPr/>
        </p:nvSpPr>
        <p:spPr bwMode="auto">
          <a:xfrm rot="0" flipH="0" flipV="0">
            <a:off x="10667468" y="618111"/>
            <a:ext cx="590787" cy="373651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94" y="0"/>
                </a:moveTo>
                <a:lnTo>
                  <a:pt x="43200" y="2108"/>
                </a:lnTo>
                <a:lnTo>
                  <a:pt x="42303" y="42761"/>
                </a:lnTo>
                <a:lnTo>
                  <a:pt x="0" y="43200"/>
                </a:lnTo>
                <a:lnTo>
                  <a:pt x="594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31675356" name=""/>
          <p:cNvSpPr/>
          <p:nvPr/>
        </p:nvSpPr>
        <p:spPr bwMode="auto">
          <a:xfrm rot="0" flipH="0" flipV="0">
            <a:off x="11231046" y="258390"/>
            <a:ext cx="960951" cy="249777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606" y="9200"/>
                </a:moveTo>
                <a:cubicBezTo>
                  <a:pt x="606" y="9200"/>
                  <a:pt x="43200" y="0"/>
                  <a:pt x="43200" y="0"/>
                </a:cubicBezTo>
                <a:cubicBezTo>
                  <a:pt x="43200" y="0"/>
                  <a:pt x="42496" y="42409"/>
                  <a:pt x="42496" y="42409"/>
                </a:cubicBezTo>
                <a:cubicBezTo>
                  <a:pt x="42496" y="42409"/>
                  <a:pt x="0" y="43200"/>
                  <a:pt x="0" y="43200"/>
                </a:cubicBezTo>
                <a:cubicBezTo>
                  <a:pt x="0" y="43200"/>
                  <a:pt x="606" y="9200"/>
                  <a:pt x="606" y="920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78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71776397" name=""/>
          <p:cNvSpPr/>
          <p:nvPr/>
        </p:nvSpPr>
        <p:spPr bwMode="auto">
          <a:xfrm>
            <a:off x="8694828" y="1486328"/>
            <a:ext cx="3497168" cy="2218275"/>
          </a:xfrm>
          <a:custGeom>
            <a:avLst/>
            <a:gdLst/>
            <a:ahLst/>
            <a:cxnLst/>
            <a:rect l="0" t="0" r="r" b="b"/>
            <a:pathLst>
              <a:path w="3497171" h="2218277" fill="norm" stroke="1" extrusionOk="0">
                <a:moveTo>
                  <a:pt x="0" y="1068455"/>
                </a:moveTo>
                <a:cubicBezTo>
                  <a:pt x="0" y="1068455"/>
                  <a:pt x="3497171" y="0"/>
                  <a:pt x="3497171" y="0"/>
                </a:cubicBezTo>
                <a:cubicBezTo>
                  <a:pt x="3497171" y="0"/>
                  <a:pt x="3497171" y="889088"/>
                  <a:pt x="3497171" y="889088"/>
                </a:cubicBezTo>
                <a:cubicBezTo>
                  <a:pt x="3497171" y="889088"/>
                  <a:pt x="2740248" y="2164090"/>
                  <a:pt x="2740248" y="2164090"/>
                </a:cubicBezTo>
                <a:cubicBezTo>
                  <a:pt x="2740248" y="2164090"/>
                  <a:pt x="19826" y="2218276"/>
                  <a:pt x="19826" y="2218276"/>
                </a:cubicBezTo>
                <a:cubicBezTo>
                  <a:pt x="19826" y="2218276"/>
                  <a:pt x="0" y="1068455"/>
                  <a:pt x="0" y="1068455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38678941" name=""/>
          <p:cNvSpPr/>
          <p:nvPr/>
        </p:nvSpPr>
        <p:spPr bwMode="auto">
          <a:xfrm rot="0" flipH="0" flipV="0">
            <a:off x="9652497" y="2168455"/>
            <a:ext cx="2539499" cy="275090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24" y="13033"/>
                </a:moveTo>
                <a:cubicBezTo>
                  <a:pt x="324" y="13033"/>
                  <a:pt x="43517" y="1273"/>
                  <a:pt x="43178" y="0"/>
                </a:cubicBezTo>
                <a:cubicBezTo>
                  <a:pt x="43178" y="0"/>
                  <a:pt x="42499" y="40736"/>
                  <a:pt x="42499" y="40736"/>
                </a:cubicBezTo>
                <a:cubicBezTo>
                  <a:pt x="42499" y="40736"/>
                  <a:pt x="0" y="43200"/>
                  <a:pt x="0" y="43200"/>
                </a:cubicBezTo>
                <a:cubicBezTo>
                  <a:pt x="0" y="43200"/>
                  <a:pt x="324" y="13033"/>
                  <a:pt x="324" y="1303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82601579" name=""/>
          <p:cNvSpPr/>
          <p:nvPr/>
        </p:nvSpPr>
        <p:spPr bwMode="auto">
          <a:xfrm flipH="0" flipV="0">
            <a:off x="8677818" y="2553080"/>
            <a:ext cx="1005359" cy="4281609"/>
          </a:xfrm>
          <a:custGeom>
            <a:avLst/>
            <a:gdLst/>
            <a:ahLst/>
            <a:cxnLst/>
            <a:rect l="0" t="0" r="r" b="b"/>
            <a:pathLst>
              <a:path w="1005361" h="4286677" fill="norm" stroke="1" extrusionOk="0">
                <a:moveTo>
                  <a:pt x="18416" y="0"/>
                </a:moveTo>
                <a:cubicBezTo>
                  <a:pt x="18416" y="0"/>
                  <a:pt x="1005361" y="452223"/>
                  <a:pt x="1005361" y="452223"/>
                </a:cubicBezTo>
                <a:cubicBezTo>
                  <a:pt x="1005361" y="452223"/>
                  <a:pt x="988762" y="4286677"/>
                  <a:pt x="988762" y="4286677"/>
                </a:cubicBezTo>
                <a:cubicBezTo>
                  <a:pt x="988762" y="4286677"/>
                  <a:pt x="0" y="4286677"/>
                  <a:pt x="0" y="4286677"/>
                </a:cubicBezTo>
                <a:cubicBezTo>
                  <a:pt x="0" y="4286677"/>
                  <a:pt x="18416" y="0"/>
                  <a:pt x="18416" y="0"/>
                </a:cubicBez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95298524" name=""/>
          <p:cNvSpPr/>
          <p:nvPr/>
        </p:nvSpPr>
        <p:spPr bwMode="auto">
          <a:xfrm>
            <a:off x="9387492" y="2985265"/>
            <a:ext cx="2804504" cy="2006651"/>
          </a:xfrm>
          <a:custGeom>
            <a:avLst/>
            <a:gdLst/>
            <a:ahLst/>
            <a:cxnLst/>
            <a:rect l="0" t="0" r="r" b="b"/>
            <a:pathLst>
              <a:path w="2804507" h="2006653" fill="norm" stroke="1" extrusionOk="0">
                <a:moveTo>
                  <a:pt x="0" y="856832"/>
                </a:moveTo>
                <a:cubicBezTo>
                  <a:pt x="0" y="856832"/>
                  <a:pt x="2804507" y="0"/>
                  <a:pt x="2804507" y="0"/>
                </a:cubicBezTo>
                <a:cubicBezTo>
                  <a:pt x="2804507" y="0"/>
                  <a:pt x="2804507" y="1844226"/>
                  <a:pt x="2804507" y="1844226"/>
                </a:cubicBezTo>
                <a:cubicBezTo>
                  <a:pt x="2804507" y="1844226"/>
                  <a:pt x="2740248" y="1952467"/>
                  <a:pt x="2740248" y="1952467"/>
                </a:cubicBezTo>
                <a:cubicBezTo>
                  <a:pt x="2740248" y="1952467"/>
                  <a:pt x="19826" y="2006653"/>
                  <a:pt x="19826" y="2006653"/>
                </a:cubicBezTo>
                <a:cubicBezTo>
                  <a:pt x="19826" y="2006653"/>
                  <a:pt x="0" y="856832"/>
                  <a:pt x="0" y="856832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87113875" name=""/>
          <p:cNvSpPr/>
          <p:nvPr/>
        </p:nvSpPr>
        <p:spPr bwMode="auto">
          <a:xfrm flipH="0" flipV="0">
            <a:off x="9375795" y="3840395"/>
            <a:ext cx="1000047" cy="2994294"/>
          </a:xfrm>
          <a:custGeom>
            <a:avLst/>
            <a:gdLst/>
            <a:ahLst/>
            <a:cxnLst/>
            <a:rect l="0" t="0" r="r" b="b"/>
            <a:pathLst>
              <a:path w="1000050" h="3050027" fill="norm" stroke="1" extrusionOk="0">
                <a:moveTo>
                  <a:pt x="0" y="3050026"/>
                </a:moveTo>
                <a:cubicBezTo>
                  <a:pt x="0" y="3050026"/>
                  <a:pt x="988803" y="3050025"/>
                  <a:pt x="988803" y="3050025"/>
                </a:cubicBezTo>
                <a:cubicBezTo>
                  <a:pt x="988803" y="3050025"/>
                  <a:pt x="1000049" y="452223"/>
                  <a:pt x="1000049" y="452223"/>
                </a:cubicBezTo>
                <a:cubicBezTo>
                  <a:pt x="1000049" y="452223"/>
                  <a:pt x="13103" y="0"/>
                  <a:pt x="13103" y="0"/>
                </a:cubicBezTo>
                <a:cubicBezTo>
                  <a:pt x="13103" y="0"/>
                  <a:pt x="0" y="3050026"/>
                  <a:pt x="0" y="3050026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05239641" name=""/>
          <p:cNvSpPr/>
          <p:nvPr/>
        </p:nvSpPr>
        <p:spPr bwMode="auto">
          <a:xfrm flipH="0" flipV="0">
            <a:off x="10348894" y="3722374"/>
            <a:ext cx="1843102" cy="3112317"/>
          </a:xfrm>
          <a:custGeom>
            <a:avLst/>
            <a:gdLst/>
            <a:ahLst/>
            <a:cxnLst/>
            <a:rect l="0" t="0" r="r" b="b"/>
            <a:pathLst>
              <a:path w="1843105" h="3107250" fill="norm" stroke="1" extrusionOk="0">
                <a:moveTo>
                  <a:pt x="15286" y="563267"/>
                </a:moveTo>
                <a:cubicBezTo>
                  <a:pt x="15286" y="563267"/>
                  <a:pt x="1097306" y="244137"/>
                  <a:pt x="1843104" y="0"/>
                </a:cubicBezTo>
                <a:cubicBezTo>
                  <a:pt x="1843104" y="0"/>
                  <a:pt x="1843104" y="3107250"/>
                  <a:pt x="1843104" y="3107250"/>
                </a:cubicBezTo>
                <a:cubicBezTo>
                  <a:pt x="1843104" y="3107250"/>
                  <a:pt x="0" y="3107250"/>
                  <a:pt x="0" y="3107250"/>
                </a:cubicBezTo>
                <a:cubicBezTo>
                  <a:pt x="0" y="3107250"/>
                  <a:pt x="15286" y="563267"/>
                  <a:pt x="15286" y="56326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88565883" name=""/>
          <p:cNvSpPr/>
          <p:nvPr/>
        </p:nvSpPr>
        <p:spPr bwMode="auto">
          <a:xfrm rot="0" flipH="0" flipV="0">
            <a:off x="10934256" y="4395105"/>
            <a:ext cx="1257741" cy="243958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53" y="7257"/>
                </a:moveTo>
                <a:cubicBezTo>
                  <a:pt x="353" y="7257"/>
                  <a:pt x="25975" y="3449"/>
                  <a:pt x="43200" y="0"/>
                </a:cubicBezTo>
                <a:cubicBezTo>
                  <a:pt x="43200" y="0"/>
                  <a:pt x="42567" y="43199"/>
                  <a:pt x="42567" y="43199"/>
                </a:cubicBezTo>
                <a:lnTo>
                  <a:pt x="0" y="43199"/>
                </a:lnTo>
                <a:cubicBezTo>
                  <a:pt x="0" y="43199"/>
                  <a:pt x="353" y="7257"/>
                  <a:pt x="353" y="7257"/>
                </a:cubicBezTo>
                <a:close/>
              </a:path>
            </a:pathLst>
          </a:custGeom>
          <a:gradFill>
            <a:gsLst>
              <a:gs pos="53000">
                <a:schemeClr val="accent1">
                  <a:lumMod val="50000"/>
                  <a:alpha val="47000"/>
                </a:schemeClr>
              </a:gs>
              <a:gs pos="100000">
                <a:schemeClr val="tx1">
                  <a:alpha val="47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1231765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8" y="1709736"/>
            <a:ext cx="7862978" cy="2130657"/>
          </a:xfrm>
        </p:spPr>
        <p:txBody>
          <a:bodyPr vertOverflow="overflow" horzOverflow="overflow" vert="horz" wrap="square" lIns="274318" tIns="45720" rIns="274318" bIns="45720" numCol="1" spcCol="0" rtlCol="0" fromWordArt="0" anchor="ctr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8754067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14837" y="3837357"/>
            <a:ext cx="7862978" cy="150018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446088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2210129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2747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9861416" name=""/>
          <p:cNvGrpSpPr/>
          <p:nvPr/>
        </p:nvGrpSpPr>
        <p:grpSpPr bwMode="auto">
          <a:xfrm>
            <a:off x="9509230" y="0"/>
            <a:ext cx="2682765" cy="4240775"/>
            <a:chOff x="0" y="0"/>
            <a:chExt cx="2682765" cy="4240775"/>
          </a:xfrm>
        </p:grpSpPr>
        <p:sp>
          <p:nvSpPr>
            <p:cNvPr id="899103650" name=""/>
            <p:cNvSpPr/>
            <p:nvPr/>
          </p:nvSpPr>
          <p:spPr bwMode="auto">
            <a:xfrm>
              <a:off x="14292" y="0"/>
              <a:ext cx="2168469" cy="1166098"/>
            </a:xfrm>
            <a:custGeom>
              <a:avLst/>
              <a:gdLst/>
              <a:ahLst/>
              <a:cxnLst/>
              <a:rect l="0" t="0" r="r" b="b"/>
              <a:pathLst>
                <a:path w="2168471" h="1166100" fill="norm" stroke="1" extrusionOk="0">
                  <a:moveTo>
                    <a:pt x="2559" y="221292"/>
                  </a:moveTo>
                  <a:cubicBezTo>
                    <a:pt x="2559" y="221292"/>
                    <a:pt x="546327" y="0"/>
                    <a:pt x="546327" y="0"/>
                  </a:cubicBezTo>
                  <a:cubicBezTo>
                    <a:pt x="546327" y="0"/>
                    <a:pt x="2168471" y="0"/>
                    <a:pt x="2168471" y="0"/>
                  </a:cubicBezTo>
                  <a:cubicBezTo>
                    <a:pt x="2168471" y="0"/>
                    <a:pt x="2168471" y="1122208"/>
                    <a:pt x="2168471" y="1122208"/>
                  </a:cubicBezTo>
                  <a:cubicBezTo>
                    <a:pt x="2168471" y="1122208"/>
                    <a:pt x="0" y="1166100"/>
                    <a:pt x="0" y="1166100"/>
                  </a:cubicBezTo>
                  <a:cubicBezTo>
                    <a:pt x="0" y="1166100"/>
                    <a:pt x="2559" y="221292"/>
                    <a:pt x="2559" y="221292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2231560" name=""/>
            <p:cNvSpPr/>
            <p:nvPr/>
          </p:nvSpPr>
          <p:spPr bwMode="auto">
            <a:xfrm rot="0" flipH="0" flipV="0">
              <a:off x="720075" y="278266"/>
              <a:ext cx="837900" cy="2281407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46" y="6251"/>
                  </a:moveTo>
                  <a:lnTo>
                    <a:pt x="43200" y="0"/>
                  </a:lnTo>
                  <a:lnTo>
                    <a:pt x="30951" y="43200"/>
                  </a:lnTo>
                  <a:lnTo>
                    <a:pt x="0" y="43200"/>
                  </a:lnTo>
                  <a:lnTo>
                    <a:pt x="446" y="625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0000">
                  <a:schemeClr val="accent1">
                    <a:lumMod val="75000"/>
                  </a:schemeClr>
                </a:gs>
                <a:gs pos="92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46340456" name=""/>
            <p:cNvSpPr/>
            <p:nvPr/>
          </p:nvSpPr>
          <p:spPr bwMode="auto">
            <a:xfrm rot="0" flipH="0" flipV="0">
              <a:off x="0" y="229455"/>
              <a:ext cx="770483" cy="3836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72" y="0"/>
                  </a:moveTo>
                  <a:lnTo>
                    <a:pt x="43200" y="4128"/>
                  </a:lnTo>
                  <a:lnTo>
                    <a:pt x="42414" y="42774"/>
                  </a:lnTo>
                  <a:lnTo>
                    <a:pt x="0" y="43200"/>
                  </a:lnTo>
                  <a:lnTo>
                    <a:pt x="872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2081072987" name=""/>
            <p:cNvSpPr/>
            <p:nvPr/>
          </p:nvSpPr>
          <p:spPr bwMode="auto">
            <a:xfrm rot="0" flipH="0" flipV="0">
              <a:off x="1195400" y="476093"/>
              <a:ext cx="571500" cy="207776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35063782" name=""/>
            <p:cNvSpPr/>
            <p:nvPr/>
          </p:nvSpPr>
          <p:spPr bwMode="auto">
            <a:xfrm rot="0" flipH="0" flipV="0">
              <a:off x="1206159" y="0"/>
              <a:ext cx="1476604" cy="145174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35" y="12600"/>
                  </a:moveTo>
                  <a:cubicBezTo>
                    <a:pt x="135" y="12600"/>
                    <a:pt x="24597" y="0"/>
                    <a:pt x="24597" y="0"/>
                  </a:cubicBezTo>
                  <a:lnTo>
                    <a:pt x="43200" y="0"/>
                  </a:lnTo>
                  <a:cubicBezTo>
                    <a:pt x="43200" y="0"/>
                    <a:pt x="43200" y="41893"/>
                    <a:pt x="43200" y="41893"/>
                  </a:cubicBezTo>
                  <a:cubicBezTo>
                    <a:pt x="43200" y="41893"/>
                    <a:pt x="0" y="43199"/>
                    <a:pt x="0" y="43199"/>
                  </a:cubicBezTo>
                  <a:cubicBezTo>
                    <a:pt x="0" y="43199"/>
                    <a:pt x="135" y="12433"/>
                    <a:pt x="135" y="12600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518789494" name=""/>
            <p:cNvSpPr/>
            <p:nvPr/>
          </p:nvSpPr>
          <p:spPr bwMode="auto">
            <a:xfrm rot="0" flipH="0" flipV="0">
              <a:off x="1766901" y="229455"/>
              <a:ext cx="915862" cy="2258157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1082"/>
                  </a:moveTo>
                  <a:lnTo>
                    <a:pt x="43199" y="0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110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2000">
                  <a:schemeClr val="accent1">
                    <a:lumMod val="75000"/>
                  </a:schemeClr>
                </a:gs>
                <a:gs pos="76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94139372" name=""/>
            <p:cNvSpPr/>
            <p:nvPr/>
          </p:nvSpPr>
          <p:spPr bwMode="auto">
            <a:xfrm rot="0" flipH="0" flipV="0">
              <a:off x="1195400" y="417632"/>
              <a:ext cx="571500" cy="213622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61028554" name=""/>
            <p:cNvSpPr/>
            <p:nvPr/>
          </p:nvSpPr>
          <p:spPr bwMode="auto">
            <a:xfrm rot="0" flipH="0" flipV="0">
              <a:off x="1766901" y="1868040"/>
              <a:ext cx="915862" cy="2372734"/>
            </a:xfrm>
            <a:custGeom>
              <a:avLst/>
              <a:gdLst/>
              <a:ahLst/>
              <a:cxnLst/>
              <a:rect l="0" t="0" r="r" b="b"/>
              <a:pathLst>
                <a:path w="915865" h="2197711" fill="norm" stroke="1" extrusionOk="0">
                  <a:moveTo>
                    <a:pt x="0" y="563774"/>
                  </a:moveTo>
                  <a:cubicBezTo>
                    <a:pt x="0" y="563774"/>
                    <a:pt x="915843" y="0"/>
                    <a:pt x="915843" y="0"/>
                  </a:cubicBezTo>
                  <a:cubicBezTo>
                    <a:pt x="915843" y="0"/>
                    <a:pt x="915864" y="2197711"/>
                    <a:pt x="915864" y="2197711"/>
                  </a:cubicBezTo>
                  <a:cubicBezTo>
                    <a:pt x="915864" y="2197711"/>
                    <a:pt x="915859" y="2197710"/>
                    <a:pt x="915859" y="2197710"/>
                  </a:cubicBezTo>
                  <a:cubicBezTo>
                    <a:pt x="915859" y="2197710"/>
                    <a:pt x="915843" y="587986"/>
                    <a:pt x="915843" y="587986"/>
                  </a:cubicBezTo>
                  <a:cubicBezTo>
                    <a:pt x="915843" y="587986"/>
                    <a:pt x="0" y="1151759"/>
                    <a:pt x="0" y="1151759"/>
                  </a:cubicBezTo>
                  <a:cubicBezTo>
                    <a:pt x="0" y="1151759"/>
                    <a:pt x="0" y="563774"/>
                    <a:pt x="0" y="5637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75000">
                  <a:schemeClr val="accent1">
                    <a:lumMod val="5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782644337" name=""/>
          <p:cNvSpPr/>
          <p:nvPr/>
        </p:nvSpPr>
        <p:spPr bwMode="auto">
          <a:xfrm rot="0" flipH="0" flipV="0">
            <a:off x="841246" y="1837347"/>
            <a:ext cx="5178550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717947" name=""/>
          <p:cNvSpPr/>
          <p:nvPr/>
        </p:nvSpPr>
        <p:spPr bwMode="auto">
          <a:xfrm rot="0" flipH="0" flipV="0">
            <a:off x="9990922" y="2036061"/>
            <a:ext cx="692948" cy="364550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72" y="0"/>
                </a:moveTo>
                <a:lnTo>
                  <a:pt x="43200" y="4128"/>
                </a:lnTo>
                <a:lnTo>
                  <a:pt x="42414" y="42774"/>
                </a:lnTo>
                <a:lnTo>
                  <a:pt x="0" y="43200"/>
                </a:lnTo>
                <a:lnTo>
                  <a:pt x="872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305284" name=""/>
          <p:cNvSpPr/>
          <p:nvPr/>
        </p:nvSpPr>
        <p:spPr bwMode="auto">
          <a:xfrm rot="0" flipH="0" flipV="0">
            <a:off x="11191986" y="1283257"/>
            <a:ext cx="1000011" cy="1505596"/>
          </a:xfrm>
          <a:custGeom>
            <a:avLst/>
            <a:gdLst/>
            <a:ahLst/>
            <a:cxnLst/>
            <a:rect l="0" t="0" r="r" b="b"/>
            <a:pathLst>
              <a:path w="1000014" h="1505599" fill="norm" stroke="1" extrusionOk="0">
                <a:moveTo>
                  <a:pt x="0" y="552906"/>
                </a:moveTo>
                <a:cubicBezTo>
                  <a:pt x="0" y="552906"/>
                  <a:pt x="1000013" y="0"/>
                  <a:pt x="1000013" y="0"/>
                </a:cubicBezTo>
                <a:cubicBezTo>
                  <a:pt x="1000013" y="0"/>
                  <a:pt x="1000013" y="991178"/>
                  <a:pt x="1000013" y="991178"/>
                </a:cubicBezTo>
                <a:cubicBezTo>
                  <a:pt x="1000013" y="991178"/>
                  <a:pt x="12168" y="1505598"/>
                  <a:pt x="12168" y="1505598"/>
                </a:cubicBezTo>
                <a:cubicBezTo>
                  <a:pt x="12168" y="1505598"/>
                  <a:pt x="0" y="552906"/>
                  <a:pt x="0" y="552906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20908384" name=""/>
          <p:cNvSpPr/>
          <p:nvPr/>
        </p:nvSpPr>
        <p:spPr bwMode="auto">
          <a:xfrm rot="0" flipH="0" flipV="0">
            <a:off x="11118425" y="2249365"/>
            <a:ext cx="1074961" cy="45950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955" y="5198"/>
                </a:moveTo>
                <a:cubicBezTo>
                  <a:pt x="2955" y="5198"/>
                  <a:pt x="43143" y="0"/>
                  <a:pt x="43143" y="0"/>
                </a:cubicBezTo>
                <a:cubicBezTo>
                  <a:pt x="43143" y="0"/>
                  <a:pt x="43200" y="43199"/>
                  <a:pt x="43200" y="43199"/>
                </a:cubicBezTo>
                <a:lnTo>
                  <a:pt x="0" y="43199"/>
                </a:lnTo>
                <a:cubicBezTo>
                  <a:pt x="0" y="43200"/>
                  <a:pt x="2955" y="5198"/>
                  <a:pt x="2955" y="519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6000">
                <a:schemeClr val="accent1">
                  <a:lumMod val="50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02756688" name=""/>
          <p:cNvSpPr/>
          <p:nvPr/>
        </p:nvSpPr>
        <p:spPr bwMode="auto">
          <a:xfrm rot="0" flipH="0" flipV="0">
            <a:off x="11176983" y="2208546"/>
            <a:ext cx="1015011" cy="90748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6319"/>
                </a:moveTo>
                <a:cubicBezTo>
                  <a:pt x="0" y="26319"/>
                  <a:pt x="42561" y="0"/>
                  <a:pt x="42561" y="0"/>
                </a:cubicBezTo>
                <a:cubicBezTo>
                  <a:pt x="42561" y="0"/>
                  <a:pt x="43200" y="15993"/>
                  <a:pt x="43200" y="15993"/>
                </a:cubicBezTo>
                <a:cubicBezTo>
                  <a:pt x="43200" y="15993"/>
                  <a:pt x="344" y="43200"/>
                  <a:pt x="344" y="43200"/>
                </a:cubicBezTo>
                <a:cubicBezTo>
                  <a:pt x="344" y="43200"/>
                  <a:pt x="0" y="26319"/>
                  <a:pt x="0" y="26319"/>
                </a:cubicBezTo>
                <a:close/>
              </a:path>
            </a:pathLst>
          </a:custGeom>
          <a:gradFill>
            <a:gsLst>
              <a:gs pos="25000">
                <a:schemeClr val="accent2">
                  <a:lumMod val="50000"/>
                </a:schemeClr>
              </a:gs>
              <a:gs pos="100000">
                <a:schemeClr val="accent1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902782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905145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/>
              <a:t>Second level</a:t>
            </a:r>
            <a:endParaRPr/>
          </a:p>
          <a:p>
            <a:pPr lvl="2" defTabSz="914400" rtl="0">
              <a:defRPr/>
            </a:pPr>
            <a:r>
              <a:rPr/>
              <a:t>Third level</a:t>
            </a:r>
            <a:endParaRPr/>
          </a:p>
          <a:p>
            <a:pPr lvl="3" defTabSz="914400" rtl="0">
              <a:defRPr/>
            </a:pPr>
            <a:r>
              <a:rPr/>
              <a:t>Fourth level</a:t>
            </a:r>
            <a:endParaRPr/>
          </a:p>
          <a:p>
            <a:pPr lvl="4" defTabSz="914400" rtl="0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62480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96522" name=""/>
          <p:cNvSpPr/>
          <p:nvPr/>
        </p:nvSpPr>
        <p:spPr bwMode="auto">
          <a:xfrm rot="0" flipH="0" flipV="0">
            <a:off x="6178293" y="1837347"/>
            <a:ext cx="5178550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7862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>
            <a:lvl1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 defTabSz="914400" rtl="0">
              <a:defRPr/>
            </a:pPr>
            <a:r>
              <a:rPr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/>
              <a:t>Second level</a:t>
            </a:r>
            <a:endParaRPr/>
          </a:p>
          <a:p>
            <a:pPr lvl="2" defTabSz="914400" rtl="0">
              <a:defRPr/>
            </a:pPr>
            <a:r>
              <a:rPr/>
              <a:t>Third level</a:t>
            </a:r>
            <a:endParaRPr/>
          </a:p>
          <a:p>
            <a:pPr lvl="3" defTabSz="914400" rtl="0">
              <a:defRPr/>
            </a:pPr>
            <a:r>
              <a:rPr/>
              <a:t>Fourth level</a:t>
            </a:r>
            <a:endParaRPr/>
          </a:p>
          <a:p>
            <a:pPr lvl="4" defTabSz="914400" rtl="0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033096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701887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6854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51913541" name=""/>
          <p:cNvGrpSpPr/>
          <p:nvPr/>
        </p:nvGrpSpPr>
        <p:grpSpPr bwMode="auto">
          <a:xfrm>
            <a:off x="9509230" y="0"/>
            <a:ext cx="2682766" cy="4240776"/>
            <a:chOff x="0" y="0"/>
            <a:chExt cx="2682766" cy="4240776"/>
          </a:xfrm>
        </p:grpSpPr>
        <p:sp>
          <p:nvSpPr>
            <p:cNvPr id="1615766652" name=""/>
            <p:cNvSpPr/>
            <p:nvPr/>
          </p:nvSpPr>
          <p:spPr bwMode="auto">
            <a:xfrm>
              <a:off x="14292" y="0"/>
              <a:ext cx="2168470" cy="1166098"/>
            </a:xfrm>
            <a:custGeom>
              <a:avLst/>
              <a:gdLst/>
              <a:ahLst/>
              <a:cxnLst/>
              <a:rect l="0" t="0" r="r" b="b"/>
              <a:pathLst>
                <a:path w="2168472" h="1166100" fill="norm" stroke="1" extrusionOk="0">
                  <a:moveTo>
                    <a:pt x="2559" y="221292"/>
                  </a:moveTo>
                  <a:cubicBezTo>
                    <a:pt x="2559" y="221292"/>
                    <a:pt x="546327" y="0"/>
                    <a:pt x="546327" y="0"/>
                  </a:cubicBezTo>
                  <a:cubicBezTo>
                    <a:pt x="546327" y="0"/>
                    <a:pt x="2168471" y="0"/>
                    <a:pt x="2168471" y="0"/>
                  </a:cubicBezTo>
                  <a:cubicBezTo>
                    <a:pt x="2168471" y="0"/>
                    <a:pt x="2168471" y="1122208"/>
                    <a:pt x="2168471" y="1122208"/>
                  </a:cubicBezTo>
                  <a:cubicBezTo>
                    <a:pt x="2168471" y="1122208"/>
                    <a:pt x="0" y="1166100"/>
                    <a:pt x="0" y="1166100"/>
                  </a:cubicBezTo>
                  <a:cubicBezTo>
                    <a:pt x="0" y="1166100"/>
                    <a:pt x="2559" y="221292"/>
                    <a:pt x="2559" y="221292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736298565" name=""/>
            <p:cNvSpPr/>
            <p:nvPr/>
          </p:nvSpPr>
          <p:spPr bwMode="auto">
            <a:xfrm rot="0" flipH="0" flipV="0">
              <a:off x="720075" y="278267"/>
              <a:ext cx="837900" cy="2281408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46" y="6251"/>
                  </a:moveTo>
                  <a:lnTo>
                    <a:pt x="43200" y="0"/>
                  </a:lnTo>
                  <a:lnTo>
                    <a:pt x="30951" y="43200"/>
                  </a:lnTo>
                  <a:lnTo>
                    <a:pt x="0" y="43200"/>
                  </a:lnTo>
                  <a:lnTo>
                    <a:pt x="446" y="625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0000">
                  <a:schemeClr val="accent1">
                    <a:lumMod val="75000"/>
                  </a:schemeClr>
                </a:gs>
                <a:gs pos="92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97037155" name=""/>
            <p:cNvSpPr/>
            <p:nvPr/>
          </p:nvSpPr>
          <p:spPr bwMode="auto">
            <a:xfrm rot="0" flipH="0" flipV="0">
              <a:off x="0" y="229456"/>
              <a:ext cx="770484" cy="3836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72" y="0"/>
                  </a:moveTo>
                  <a:lnTo>
                    <a:pt x="43200" y="4128"/>
                  </a:lnTo>
                  <a:lnTo>
                    <a:pt x="42414" y="42774"/>
                  </a:lnTo>
                  <a:lnTo>
                    <a:pt x="0" y="43200"/>
                  </a:lnTo>
                  <a:lnTo>
                    <a:pt x="872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2064223638" name=""/>
            <p:cNvSpPr/>
            <p:nvPr/>
          </p:nvSpPr>
          <p:spPr bwMode="auto">
            <a:xfrm rot="0" flipH="0" flipV="0">
              <a:off x="1195401" y="476094"/>
              <a:ext cx="571500" cy="207776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26875920" name=""/>
            <p:cNvSpPr/>
            <p:nvPr/>
          </p:nvSpPr>
          <p:spPr bwMode="auto">
            <a:xfrm rot="0" flipH="0" flipV="0">
              <a:off x="1206160" y="0"/>
              <a:ext cx="1476605" cy="145174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35" y="12600"/>
                  </a:moveTo>
                  <a:cubicBezTo>
                    <a:pt x="135" y="12600"/>
                    <a:pt x="24597" y="0"/>
                    <a:pt x="24597" y="0"/>
                  </a:cubicBezTo>
                  <a:lnTo>
                    <a:pt x="43200" y="0"/>
                  </a:lnTo>
                  <a:cubicBezTo>
                    <a:pt x="43200" y="0"/>
                    <a:pt x="43200" y="41893"/>
                    <a:pt x="43200" y="41893"/>
                  </a:cubicBezTo>
                  <a:cubicBezTo>
                    <a:pt x="43200" y="41893"/>
                    <a:pt x="0" y="43199"/>
                    <a:pt x="0" y="43199"/>
                  </a:cubicBezTo>
                  <a:cubicBezTo>
                    <a:pt x="0" y="43199"/>
                    <a:pt x="135" y="12433"/>
                    <a:pt x="135" y="12600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9757094" name=""/>
            <p:cNvSpPr/>
            <p:nvPr/>
          </p:nvSpPr>
          <p:spPr bwMode="auto">
            <a:xfrm rot="0" flipH="0" flipV="0">
              <a:off x="1766901" y="229456"/>
              <a:ext cx="915862" cy="2258157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1082"/>
                  </a:moveTo>
                  <a:lnTo>
                    <a:pt x="43199" y="0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110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2000">
                  <a:schemeClr val="accent1">
                    <a:lumMod val="75000"/>
                  </a:schemeClr>
                </a:gs>
                <a:gs pos="76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64223638" name=""/>
            <p:cNvSpPr/>
            <p:nvPr/>
          </p:nvSpPr>
          <p:spPr bwMode="auto">
            <a:xfrm rot="0" flipH="0" flipV="0">
              <a:off x="1195401" y="417633"/>
              <a:ext cx="571500" cy="213622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09375561" name=""/>
            <p:cNvSpPr/>
            <p:nvPr/>
          </p:nvSpPr>
          <p:spPr bwMode="auto">
            <a:xfrm rot="0" flipH="0" flipV="0">
              <a:off x="1766901" y="1868040"/>
              <a:ext cx="915863" cy="2372735"/>
            </a:xfrm>
            <a:custGeom>
              <a:avLst/>
              <a:gdLst/>
              <a:ahLst/>
              <a:cxnLst/>
              <a:rect l="0" t="0" r="r" b="b"/>
              <a:pathLst>
                <a:path w="915865" h="2197711" fill="norm" stroke="1" extrusionOk="0">
                  <a:moveTo>
                    <a:pt x="0" y="563774"/>
                  </a:moveTo>
                  <a:cubicBezTo>
                    <a:pt x="0" y="563774"/>
                    <a:pt x="915843" y="0"/>
                    <a:pt x="915843" y="0"/>
                  </a:cubicBezTo>
                  <a:cubicBezTo>
                    <a:pt x="915843" y="0"/>
                    <a:pt x="915864" y="2197711"/>
                    <a:pt x="915864" y="2197711"/>
                  </a:cubicBezTo>
                  <a:cubicBezTo>
                    <a:pt x="915864" y="2197711"/>
                    <a:pt x="915859" y="2197710"/>
                    <a:pt x="915859" y="2197710"/>
                  </a:cubicBezTo>
                  <a:cubicBezTo>
                    <a:pt x="915859" y="2197710"/>
                    <a:pt x="915843" y="587986"/>
                    <a:pt x="915843" y="587986"/>
                  </a:cubicBezTo>
                  <a:cubicBezTo>
                    <a:pt x="915843" y="587986"/>
                    <a:pt x="0" y="1151759"/>
                    <a:pt x="0" y="1151759"/>
                  </a:cubicBezTo>
                  <a:cubicBezTo>
                    <a:pt x="0" y="1151759"/>
                    <a:pt x="0" y="563774"/>
                    <a:pt x="0" y="5637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75000">
                  <a:schemeClr val="accent1">
                    <a:lumMod val="5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472037245" name=""/>
          <p:cNvSpPr/>
          <p:nvPr/>
        </p:nvSpPr>
        <p:spPr bwMode="auto">
          <a:xfrm rot="0" flipH="0" flipV="0">
            <a:off x="841244" y="2505072"/>
            <a:ext cx="5156326" cy="3675060"/>
          </a:xfrm>
          <a:prstGeom prst="roundRect">
            <a:avLst>
              <a:gd name="adj" fmla="val 386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39291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365123"/>
            <a:ext cx="8209847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191644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6" cy="823911"/>
          </a:xfrm>
          <a:prstGeom prst="rect">
            <a:avLst/>
          </a:prstGeom>
          <a:ln>
            <a:noFill/>
          </a:ln>
        </p:spPr>
        <p:txBody>
          <a:bodyPr vertOverflow="overflow" horzOverflow="overflow" vert="horz" wrap="square" lIns="274318" tIns="274318" rIns="274318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</a:t>
            </a:r>
            <a:endParaRPr/>
          </a:p>
        </p:txBody>
      </p:sp>
      <p:sp>
        <p:nvSpPr>
          <p:cNvPr id="16115482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6" y="2505073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8107167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785912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6084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808661746" name=""/>
          <p:cNvSpPr/>
          <p:nvPr/>
        </p:nvSpPr>
        <p:spPr bwMode="auto">
          <a:xfrm rot="0" flipH="0" flipV="0">
            <a:off x="6175246" y="2505073"/>
            <a:ext cx="5178550" cy="3684586"/>
          </a:xfrm>
          <a:prstGeom prst="roundRect">
            <a:avLst>
              <a:gd name="adj" fmla="val 386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1032326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0610" y="1681161"/>
            <a:ext cx="5183187" cy="823911"/>
          </a:xfrm>
        </p:spPr>
        <p:txBody>
          <a:bodyPr vertOverflow="overflow" horzOverflow="overflow" vert="horz" wrap="square" lIns="274318" tIns="274318" rIns="274318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</a:t>
            </a:r>
            <a:endParaRPr/>
          </a:p>
        </p:txBody>
      </p:sp>
      <p:sp>
        <p:nvSpPr>
          <p:cNvPr id="81891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971022" name="Title 1"/>
          <p:cNvSpPr>
            <a:spLocks noGrp="1"/>
          </p:cNvSpPr>
          <p:nvPr>
            <p:ph type="title"/>
          </p:nvPr>
        </p:nvSpPr>
        <p:spPr bwMode="auto">
          <a:xfrm>
            <a:off x="838197" y="457200"/>
            <a:ext cx="3932236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107673565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376076072" name="Text Placeholder 3"/>
          <p:cNvSpPr>
            <a:spLocks noGrp="1"/>
          </p:cNvSpPr>
          <p:nvPr>
            <p:ph type="body" sz="half" idx="2"/>
          </p:nvPr>
        </p:nvSpPr>
        <p:spPr bwMode="auto">
          <a:xfrm rot="0" flipH="0" flipV="0">
            <a:off x="841248" y="2057400"/>
            <a:ext cx="3932236" cy="3811587"/>
          </a:xfrm>
        </p:spPr>
        <p:txBody>
          <a:bodyPr vertOverflow="overflow" horzOverflow="overflow" vert="horz" wrap="square" lIns="91440" tIns="18288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745403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677837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3468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361263" name=""/>
          <p:cNvSpPr/>
          <p:nvPr/>
        </p:nvSpPr>
        <p:spPr bwMode="auto">
          <a:xfrm rot="0" flipH="0" flipV="0">
            <a:off x="10631853" y="3677130"/>
            <a:ext cx="250870" cy="3180870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accent1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4056680" name=""/>
          <p:cNvSpPr/>
          <p:nvPr/>
        </p:nvSpPr>
        <p:spPr bwMode="auto">
          <a:xfrm rot="0">
            <a:off x="10503077" y="3774165"/>
            <a:ext cx="1688919" cy="60792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cubicBezTo>
                  <a:pt x="0" y="0"/>
                  <a:pt x="43199" y="2355"/>
                  <a:pt x="43199" y="2355"/>
                </a:cubicBezTo>
                <a:cubicBezTo>
                  <a:pt x="43199" y="2355"/>
                  <a:pt x="43200" y="43200"/>
                  <a:pt x="43200" y="43200"/>
                </a:cubicBezTo>
                <a:cubicBezTo>
                  <a:pt x="43200" y="43200"/>
                  <a:pt x="9745" y="42392"/>
                  <a:pt x="9745" y="42392"/>
                </a:cubicBezTo>
                <a:cubicBezTo>
                  <a:pt x="9745" y="42392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962048783" name=""/>
          <p:cNvSpPr/>
          <p:nvPr/>
        </p:nvSpPr>
        <p:spPr bwMode="auto">
          <a:xfrm flipH="0" flipV="0">
            <a:off x="0" y="3940472"/>
            <a:ext cx="2273962" cy="1691553"/>
          </a:xfrm>
          <a:custGeom>
            <a:avLst/>
            <a:gdLst/>
            <a:ahLst/>
            <a:cxnLst/>
            <a:rect l="0" t="0" r="r" b="b"/>
            <a:pathLst>
              <a:path w="2139670" h="1691554" fill="norm" stroke="1" extrusionOk="0">
                <a:moveTo>
                  <a:pt x="2139670" y="18075"/>
                </a:moveTo>
                <a:cubicBezTo>
                  <a:pt x="2139670" y="18075"/>
                  <a:pt x="1703764" y="1684896"/>
                  <a:pt x="1703764" y="1684896"/>
                </a:cubicBezTo>
                <a:cubicBezTo>
                  <a:pt x="1703764" y="1684896"/>
                  <a:pt x="0" y="1691554"/>
                  <a:pt x="0" y="1691554"/>
                </a:cubicBezTo>
                <a:cubicBezTo>
                  <a:pt x="0" y="1691554"/>
                  <a:pt x="0" y="0"/>
                  <a:pt x="0" y="0"/>
                </a:cubicBezTo>
                <a:cubicBezTo>
                  <a:pt x="0" y="0"/>
                  <a:pt x="2139670" y="18075"/>
                  <a:pt x="2139670" y="18075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grpSp>
        <p:nvGrpSpPr>
          <p:cNvPr id="1589876632" name=""/>
          <p:cNvGrpSpPr/>
          <p:nvPr/>
        </p:nvGrpSpPr>
        <p:grpSpPr bwMode="auto">
          <a:xfrm>
            <a:off x="5798169" y="4112326"/>
            <a:ext cx="4071677" cy="2745671"/>
            <a:chOff x="0" y="0"/>
            <a:chExt cx="4071677" cy="2745671"/>
          </a:xfrm>
        </p:grpSpPr>
        <p:sp>
          <p:nvSpPr>
            <p:cNvPr id="1073244385" name=""/>
            <p:cNvSpPr/>
            <p:nvPr/>
          </p:nvSpPr>
          <p:spPr bwMode="auto">
            <a:xfrm rot="0" flipH="0" flipV="0">
              <a:off x="0" y="734703"/>
              <a:ext cx="3422027" cy="192987"/>
            </a:xfrm>
            <a:prstGeom prst="flowChartProcess">
              <a:avLst/>
            </a:prstGeom>
            <a:gradFill>
              <a:gsLst>
                <a:gs pos="0">
                  <a:schemeClr val="bg2">
                    <a:lumMod val="25000"/>
                    <a:alpha val="99999"/>
                  </a:schemeClr>
                </a:gs>
                <a:gs pos="100000">
                  <a:schemeClr val="tx2">
                    <a:lumMod val="75000"/>
                    <a:alpha val="99999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357176036" name=""/>
            <p:cNvSpPr/>
            <p:nvPr/>
          </p:nvSpPr>
          <p:spPr bwMode="auto">
            <a:xfrm flipH="0" flipV="0">
              <a:off x="0" y="0"/>
              <a:ext cx="4071677" cy="2745671"/>
            </a:xfrm>
            <a:custGeom>
              <a:avLst/>
              <a:gdLst/>
              <a:ahLst/>
              <a:cxnLst/>
              <a:rect l="0" t="0" r="r" b="b"/>
              <a:pathLst>
                <a:path w="5414530" h="3635960" fill="norm" stroke="1" extrusionOk="0">
                  <a:moveTo>
                    <a:pt x="5366212" y="21480"/>
                  </a:moveTo>
                  <a:cubicBezTo>
                    <a:pt x="5366212" y="21480"/>
                    <a:pt x="5414529" y="3635960"/>
                    <a:pt x="5414529" y="3635960"/>
                  </a:cubicBezTo>
                  <a:cubicBezTo>
                    <a:pt x="5414529" y="3635960"/>
                    <a:pt x="4542191" y="3635960"/>
                    <a:pt x="4542191" y="3635960"/>
                  </a:cubicBezTo>
                  <a:cubicBezTo>
                    <a:pt x="4542191" y="3635960"/>
                    <a:pt x="4548511" y="989054"/>
                    <a:pt x="4548511" y="989054"/>
                  </a:cubicBezTo>
                  <a:cubicBezTo>
                    <a:pt x="4548511" y="989054"/>
                    <a:pt x="69332" y="993857"/>
                    <a:pt x="0" y="974384"/>
                  </a:cubicBezTo>
                  <a:cubicBezTo>
                    <a:pt x="0" y="974384"/>
                    <a:pt x="10531" y="324678"/>
                    <a:pt x="16172" y="0"/>
                  </a:cubicBezTo>
                  <a:cubicBezTo>
                    <a:pt x="16172" y="0"/>
                    <a:pt x="4841012" y="29951"/>
                    <a:pt x="4841012" y="29951"/>
                  </a:cubicBezTo>
                  <a:cubicBezTo>
                    <a:pt x="4841012" y="29951"/>
                    <a:pt x="4841263" y="29689"/>
                    <a:pt x="4841263" y="29689"/>
                  </a:cubicBezTo>
                  <a:cubicBezTo>
                    <a:pt x="4841263" y="29689"/>
                    <a:pt x="5366212" y="21480"/>
                    <a:pt x="5366212" y="21480"/>
                  </a:cubicBezTo>
                  <a:close/>
                </a:path>
              </a:pathLst>
            </a:custGeom>
            <a:gradFill>
              <a:gsLst>
                <a:gs pos="8000">
                  <a:schemeClr val="accent1">
                    <a:lumMod val="50000"/>
                    <a:alpha val="99999"/>
                  </a:schemeClr>
                </a:gs>
                <a:gs pos="54000">
                  <a:schemeClr val="accent1">
                    <a:lumMod val="75000"/>
                    <a:alpha val="99999"/>
                  </a:schemeClr>
                </a:gs>
                <a:gs pos="100000">
                  <a:schemeClr val="accent2">
                    <a:lumMod val="50000"/>
                    <a:alpha val="99999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17525198" name=""/>
            <p:cNvSpPr/>
            <p:nvPr/>
          </p:nvSpPr>
          <p:spPr bwMode="auto">
            <a:xfrm rot="0" flipH="1" flipV="0">
              <a:off x="2964827" y="746166"/>
              <a:ext cx="457200" cy="199950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2750" y="3973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  <a:alpha val="99999"/>
                  </a:schemeClr>
                </a:gs>
                <a:gs pos="100000">
                  <a:schemeClr val="tx2">
                    <a:lumMod val="50000"/>
                    <a:alpha val="99999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79224957" name=""/>
          <p:cNvSpPr/>
          <p:nvPr/>
        </p:nvSpPr>
        <p:spPr bwMode="auto">
          <a:xfrm rot="0">
            <a:off x="2335629" y="2646448"/>
            <a:ext cx="4304650" cy="32947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0216" y="43200"/>
                </a:moveTo>
                <a:cubicBezTo>
                  <a:pt x="30216" y="43200"/>
                  <a:pt x="30156" y="17206"/>
                  <a:pt x="30156" y="17206"/>
                </a:cubicBezTo>
                <a:cubicBezTo>
                  <a:pt x="30156" y="17206"/>
                  <a:pt x="425" y="16948"/>
                  <a:pt x="425" y="16948"/>
                </a:cubicBezTo>
                <a:cubicBezTo>
                  <a:pt x="425" y="16948"/>
                  <a:pt x="0" y="0"/>
                  <a:pt x="0" y="0"/>
                </a:cubicBezTo>
                <a:cubicBezTo>
                  <a:pt x="0" y="0"/>
                  <a:pt x="43200" y="348"/>
                  <a:pt x="43200" y="348"/>
                </a:cubicBezTo>
                <a:cubicBezTo>
                  <a:pt x="43200" y="348"/>
                  <a:pt x="39072" y="17262"/>
                  <a:pt x="39072" y="17262"/>
                </a:cubicBezTo>
                <a:cubicBezTo>
                  <a:pt x="39072" y="17262"/>
                  <a:pt x="38108" y="17254"/>
                  <a:pt x="38108" y="17254"/>
                </a:cubicBezTo>
                <a:cubicBezTo>
                  <a:pt x="38108" y="17254"/>
                  <a:pt x="30216" y="43200"/>
                  <a:pt x="30216" y="4320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3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7294694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356973" name=""/>
          <p:cNvSpPr/>
          <p:nvPr/>
        </p:nvSpPr>
        <p:spPr bwMode="auto">
          <a:xfrm rot="0" flipH="0" flipV="0">
            <a:off x="3412760" y="3452686"/>
            <a:ext cx="1075194" cy="340530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8323087" name=""/>
          <p:cNvSpPr/>
          <p:nvPr/>
        </p:nvSpPr>
        <p:spPr bwMode="auto">
          <a:xfrm rot="5399999" flipH="0" flipV="0">
            <a:off x="2894571" y="3346633"/>
            <a:ext cx="1740834" cy="28792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1" y="0"/>
                </a:moveTo>
                <a:lnTo>
                  <a:pt x="43071" y="7017"/>
                </a:lnTo>
                <a:lnTo>
                  <a:pt x="43200" y="43200"/>
                </a:lnTo>
                <a:lnTo>
                  <a:pt x="0" y="43199"/>
                </a:lnTo>
                <a:lnTo>
                  <a:pt x="141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62000">
                <a:schemeClr val="tx2"/>
              </a:gs>
              <a:gs pos="96000">
                <a:schemeClr val="accent1">
                  <a:lumMod val="75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906422" name=""/>
          <p:cNvSpPr/>
          <p:nvPr/>
        </p:nvSpPr>
        <p:spPr bwMode="auto">
          <a:xfrm rot="5399999" flipH="0" flipV="0">
            <a:off x="-121687" y="4559670"/>
            <a:ext cx="4186792" cy="40986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170" y="2616"/>
                </a:lnTo>
                <a:lnTo>
                  <a:pt x="43200" y="43200"/>
                </a:lnTo>
                <a:lnTo>
                  <a:pt x="9959" y="4173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8397259" name=""/>
          <p:cNvSpPr/>
          <p:nvPr/>
        </p:nvSpPr>
        <p:spPr bwMode="auto">
          <a:xfrm rot="5399999" flipH="0" flipV="0">
            <a:off x="-1126886" y="3069985"/>
            <a:ext cx="4912250" cy="2658474"/>
          </a:xfrm>
          <a:custGeom>
            <a:avLst/>
            <a:gdLst/>
            <a:ahLst/>
            <a:cxnLst/>
            <a:rect l="0" t="0" r="r" b="b"/>
            <a:pathLst>
              <a:path w="2585358" h="2558143" fill="norm" stroke="1" extrusionOk="0">
                <a:moveTo>
                  <a:pt x="0" y="0"/>
                </a:moveTo>
                <a:cubicBezTo>
                  <a:pt x="0" y="0"/>
                  <a:pt x="2585357" y="0"/>
                  <a:pt x="2585357" y="0"/>
                </a:cubicBezTo>
                <a:cubicBezTo>
                  <a:pt x="2585357" y="0"/>
                  <a:pt x="2585357" y="639536"/>
                  <a:pt x="2585357" y="639536"/>
                </a:cubicBezTo>
                <a:cubicBezTo>
                  <a:pt x="2585357" y="639536"/>
                  <a:pt x="489856" y="639536"/>
                  <a:pt x="489856" y="639536"/>
                </a:cubicBezTo>
                <a:cubicBezTo>
                  <a:pt x="489856" y="639536"/>
                  <a:pt x="489856" y="2558143"/>
                  <a:pt x="489856" y="2558143"/>
                </a:cubicBezTo>
                <a:cubicBezTo>
                  <a:pt x="489856" y="2558143"/>
                  <a:pt x="0" y="2558143"/>
                  <a:pt x="0" y="2558143"/>
                </a:cubicBezTo>
                <a:cubicBezTo>
                  <a:pt x="0" y="2558143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62093521" name=""/>
          <p:cNvSpPr/>
          <p:nvPr/>
        </p:nvSpPr>
        <p:spPr bwMode="auto">
          <a:xfrm rot="1304965" flipH="0" flipV="0">
            <a:off x="5916234" y="2572399"/>
            <a:ext cx="192151" cy="38638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2084"/>
                </a:lnTo>
                <a:lnTo>
                  <a:pt x="39483" y="43200"/>
                </a:lnTo>
                <a:lnTo>
                  <a:pt x="1631" y="405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1982024" name=""/>
          <p:cNvSpPr/>
          <p:nvPr/>
        </p:nvSpPr>
        <p:spPr bwMode="auto">
          <a:xfrm rot="0" flipH="0" flipV="0">
            <a:off x="0" y="3827751"/>
            <a:ext cx="4547927" cy="133348"/>
          </a:xfrm>
          <a:prstGeom prst="flowChartProcess">
            <a:avLst/>
          </a:prstGeom>
          <a:gradFill>
            <a:gsLst>
              <a:gs pos="0">
                <a:schemeClr val="accent1"/>
              </a:gs>
              <a:gs pos="100000">
                <a:schemeClr val="tx2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7628913" name=""/>
          <p:cNvSpPr/>
          <p:nvPr/>
        </p:nvSpPr>
        <p:spPr bwMode="auto">
          <a:xfrm flipH="0" flipV="0">
            <a:off x="0" y="2646448"/>
            <a:ext cx="2013248" cy="318998"/>
          </a:xfrm>
          <a:custGeom>
            <a:avLst/>
            <a:gdLst/>
            <a:ahLst/>
            <a:cxnLst/>
            <a:rect l="0" t="0" r="r" b="b"/>
            <a:pathLst>
              <a:path w="1886832" h="869712" fill="norm" stroke="1" extrusionOk="0">
                <a:moveTo>
                  <a:pt x="1886831" y="0"/>
                </a:moveTo>
                <a:cubicBezTo>
                  <a:pt x="1886831" y="0"/>
                  <a:pt x="1886831" y="869711"/>
                  <a:pt x="1886831" y="869711"/>
                </a:cubicBezTo>
                <a:cubicBezTo>
                  <a:pt x="1886831" y="869711"/>
                  <a:pt x="0" y="869711"/>
                  <a:pt x="0" y="869711"/>
                </a:cubicBezTo>
                <a:cubicBezTo>
                  <a:pt x="0" y="869711"/>
                  <a:pt x="0" y="0"/>
                  <a:pt x="0" y="0"/>
                </a:cubicBezTo>
                <a:cubicBezTo>
                  <a:pt x="0" y="0"/>
                  <a:pt x="1886831" y="0"/>
                  <a:pt x="1886831" y="0"/>
                </a:cubicBezTo>
                <a:close/>
              </a:path>
            </a:pathLst>
          </a:custGeom>
          <a:gradFill>
            <a:gsLst>
              <a:gs pos="0">
                <a:schemeClr val="tx2"/>
              </a:gs>
              <a:gs pos="3900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969379029" name=""/>
          <p:cNvSpPr/>
          <p:nvPr/>
        </p:nvSpPr>
        <p:spPr bwMode="auto">
          <a:xfrm flipH="0" flipV="0">
            <a:off x="0" y="2888091"/>
            <a:ext cx="5251815" cy="3969907"/>
          </a:xfrm>
          <a:custGeom>
            <a:avLst/>
            <a:gdLst/>
            <a:ahLst/>
            <a:cxnLst/>
            <a:rect l="0" t="0" r="r" b="b"/>
            <a:pathLst>
              <a:path w="5251816" h="3635049" fill="norm" stroke="1" extrusionOk="0">
                <a:moveTo>
                  <a:pt x="5203499" y="20570"/>
                </a:moveTo>
                <a:cubicBezTo>
                  <a:pt x="5203499" y="20570"/>
                  <a:pt x="5251816" y="3635049"/>
                  <a:pt x="5251816" y="3635049"/>
                </a:cubicBezTo>
                <a:cubicBezTo>
                  <a:pt x="5251816" y="3635049"/>
                  <a:pt x="4379478" y="3635049"/>
                  <a:pt x="4379478" y="3635049"/>
                </a:cubicBezTo>
                <a:cubicBezTo>
                  <a:pt x="4379478" y="3635049"/>
                  <a:pt x="4385798" y="988144"/>
                  <a:pt x="4385798" y="988144"/>
                </a:cubicBezTo>
                <a:cubicBezTo>
                  <a:pt x="4385798" y="988144"/>
                  <a:pt x="813535" y="991974"/>
                  <a:pt x="0" y="978925"/>
                </a:cubicBezTo>
                <a:cubicBezTo>
                  <a:pt x="0" y="978925"/>
                  <a:pt x="0" y="0"/>
                  <a:pt x="0" y="0"/>
                </a:cubicBezTo>
                <a:cubicBezTo>
                  <a:pt x="0" y="0"/>
                  <a:pt x="4678299" y="29041"/>
                  <a:pt x="4678299" y="29041"/>
                </a:cubicBezTo>
                <a:cubicBezTo>
                  <a:pt x="4678299" y="29041"/>
                  <a:pt x="4678550" y="28779"/>
                  <a:pt x="4678550" y="28779"/>
                </a:cubicBezTo>
                <a:cubicBezTo>
                  <a:pt x="4678550" y="28779"/>
                  <a:pt x="5203499" y="20570"/>
                  <a:pt x="5203499" y="205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  <a:gs pos="97000">
                <a:schemeClr val="accent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17856860" name=""/>
          <p:cNvSpPr/>
          <p:nvPr/>
        </p:nvSpPr>
        <p:spPr bwMode="auto">
          <a:xfrm rot="0" flipH="0" flipV="0">
            <a:off x="5204603" y="2905123"/>
            <a:ext cx="182880" cy="394952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30" y="0"/>
                </a:moveTo>
                <a:lnTo>
                  <a:pt x="42904" y="1794"/>
                </a:lnTo>
                <a:lnTo>
                  <a:pt x="43200" y="43200"/>
                </a:lnTo>
                <a:lnTo>
                  <a:pt x="0" y="43200"/>
                </a:lnTo>
                <a:lnTo>
                  <a:pt x="33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3718575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48948083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5468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98569105" name=""/>
          <p:cNvSpPr/>
          <p:nvPr/>
        </p:nvSpPr>
        <p:spPr bwMode="auto">
          <a:xfrm>
            <a:off x="10301868" y="3546652"/>
            <a:ext cx="1890130" cy="3311344"/>
          </a:xfrm>
          <a:custGeom>
            <a:avLst/>
            <a:gdLst/>
            <a:ahLst/>
            <a:cxnLst/>
            <a:rect l="0" t="0" r="r" b="b"/>
            <a:pathLst>
              <a:path w="1890132" h="3311346" fill="norm" stroke="1" extrusionOk="0">
                <a:moveTo>
                  <a:pt x="367966" y="484936"/>
                </a:moveTo>
                <a:cubicBezTo>
                  <a:pt x="367966" y="484936"/>
                  <a:pt x="367966" y="3311346"/>
                  <a:pt x="367966" y="3311346"/>
                </a:cubicBezTo>
                <a:cubicBezTo>
                  <a:pt x="367966" y="3311346"/>
                  <a:pt x="0" y="3311346"/>
                  <a:pt x="0" y="3311346"/>
                </a:cubicBezTo>
                <a:cubicBezTo>
                  <a:pt x="0" y="3311346"/>
                  <a:pt x="0" y="0"/>
                  <a:pt x="0" y="0"/>
                </a:cubicBezTo>
                <a:cubicBezTo>
                  <a:pt x="0" y="0"/>
                  <a:pt x="1890132" y="0"/>
                  <a:pt x="1890132" y="0"/>
                </a:cubicBezTo>
                <a:cubicBezTo>
                  <a:pt x="1890132" y="0"/>
                  <a:pt x="1890132" y="484936"/>
                  <a:pt x="1890132" y="484936"/>
                </a:cubicBezTo>
                <a:cubicBezTo>
                  <a:pt x="1890132" y="484936"/>
                  <a:pt x="367966" y="484936"/>
                  <a:pt x="367966" y="484936"/>
                </a:cubicBezTo>
                <a:close/>
              </a:path>
            </a:pathLst>
          </a:custGeom>
          <a:gradFill>
            <a:gsLst>
              <a:gs pos="50000">
                <a:schemeClr val="tx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4679228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10404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09675155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49710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5839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101539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0809777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315309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277109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5188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4738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9602081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32379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618152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524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35199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8032567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298722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26116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1474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1">
                <a:lumMod val="50000"/>
              </a:schemeClr>
            </a:gs>
            <a:gs pos="100000">
              <a:schemeClr val="tx1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121164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2"/>
          </a:xfrm>
          <a:prstGeom prst="rect">
            <a:avLst/>
          </a:prstGeom>
        </p:spPr>
        <p:txBody>
          <a:bodyPr vertOverflow="overflow" horzOverflow="overflow" vert="horz" wrap="square" lIns="274318" tIns="45720" rIns="274318" bIns="45720" numCol="1" spcCol="0" rtlCol="0" fromWordArt="0" anchor="ctr" anchorCtr="0" forceAA="0" upright="0" compatLnSpc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  <a:lvl6pPr>
              <a:defRPr sz="4000">
                <a:solidFill>
                  <a:schemeClr val="bg1"/>
                </a:solidFill>
              </a:defRPr>
            </a:lvl6pPr>
            <a:lvl7pPr>
              <a:defRPr sz="4000">
                <a:solidFill>
                  <a:schemeClr val="bg1"/>
                </a:solidFill>
              </a:defRPr>
            </a:lvl7pPr>
            <a:lvl8pPr>
              <a:defRPr sz="4000"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6556955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274318" tIns="274318" rIns="274318" bIns="45720" numCol="1" spcCol="0" rtlCol="0" fromWordArt="0" anchor="t" anchorCtr="0" forceAA="0" upright="0" compatLnSpc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914698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1708168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161938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012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Цифровой двойник автомобильного завода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116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9999" y="1709736"/>
            <a:ext cx="8604828" cy="1535818"/>
          </a:xfrm>
        </p:spPr>
        <p:txBody>
          <a:bodyPr/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О проекте</a:t>
            </a:r>
            <a:endParaRPr/>
          </a:p>
        </p:txBody>
      </p:sp>
      <p:sp>
        <p:nvSpPr>
          <p:cNvPr id="1650569896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0000" y="3245555"/>
            <a:ext cx="9313333" cy="3192638"/>
          </a:xfrm>
        </p:spPr>
        <p:txBody>
          <a:bodyPr vertOverflow="overflow" horzOverflow="overflow" vert="horz" wrap="square" lIns="274318" tIns="274318" rIns="274318" bIns="45720" numCol="1" spcCol="0" rtlCol="0" fromWordArt="0" anchor="t" anchorCtr="0" forceAA="0" upright="0" compatLnSpc="0">
            <a:normAutofit fontScale="95000" lnSpcReduction="1000"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>
              <a:lnSpc>
                <a:spcPct val="114999"/>
              </a:lnSpc>
              <a:defRPr/>
            </a:pP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Промышленный дашборд для мониторинга производства в реальном времени, построенный на архитектуре </a:t>
            </a: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**</a:t>
            </a: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Digital Twin</a:t>
            </a: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**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. Система агрегирует данные с производственных линий, анализирует качество, отслеживает поставки и использует </a:t>
            </a: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**</a:t>
            </a: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экспертную систему (Rule-Based AI)</a:t>
            </a: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**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 для предсказания аварий и выдачи рекомендаций.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620933" name=""/>
          <p:cNvSpPr/>
          <p:nvPr/>
        </p:nvSpPr>
        <p:spPr bwMode="auto">
          <a:xfrm flipH="0" flipV="0">
            <a:off x="87258" y="1026967"/>
            <a:ext cx="12019643" cy="43894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Наш цифровой двойник трансформирует реактивное управление в </a:t>
            </a: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проактивное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, решая три главные задачи завода:</a:t>
            </a:r>
            <a:endParaRPr sz="2400">
              <a:solidFill>
                <a:schemeClr val="bg1"/>
              </a:solidFill>
              <a:latin typeface="Adwaita Mono"/>
              <a:ea typeface="Adwaita Mono"/>
              <a:cs typeface="Adwaita Mono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Устранение «слепых зон» в реальном времени</a:t>
            </a:r>
            <a:endParaRPr sz="2400">
              <a:solidFill>
                <a:schemeClr val="bg1"/>
              </a:solidFill>
              <a:latin typeface="Adwaita Mono"/>
              <a:ea typeface="Adwaita Mono"/>
              <a:cs typeface="Adwaita Mono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r>
              <a:rPr sz="2400" b="0" i="1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Было: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 Данные разрознены, оператор узнает о проблеме только после остановки линии.</a:t>
            </a:r>
            <a:endParaRPr sz="2400" b="0" i="0" u="none">
              <a:solidFill>
                <a:schemeClr val="bg1"/>
              </a:solidFill>
              <a:latin typeface="Adwaita Mono"/>
              <a:ea typeface="Adwaita Mono"/>
              <a:cs typeface="Adwaita Mono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r>
              <a:rPr sz="2400" b="0" i="1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Стало: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 Единый экран мониторинга обновляется каждые 3 секунды. Видна полная картина: от температуры датчика до уровня брака на каждой модели (Onix, Cobalt, JAC).</a:t>
            </a:r>
            <a:endParaRPr sz="2400">
              <a:solidFill>
                <a:schemeClr val="bg1"/>
              </a:solidFill>
              <a:latin typeface="Adwaita Mono"/>
              <a:ea typeface="Adwaita Mono"/>
              <a:cs typeface="Adwaita Mono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761553" name=""/>
          <p:cNvSpPr txBox="1"/>
          <p:nvPr/>
        </p:nvSpPr>
        <p:spPr bwMode="auto">
          <a:xfrm rot="0" flipH="0" flipV="0">
            <a:off x="107638" y="2148840"/>
            <a:ext cx="11872774" cy="2652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Предотвращение аварий, а не реакция на них</a:t>
            </a: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 algn="l">
              <a:defRPr/>
            </a:pP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 algn="l">
              <a:defRPr/>
            </a:pPr>
            <a:r>
              <a:rPr sz="2400" b="0" i="1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Было: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 Поломки фиксируются постфактум, простой длится часами.</a:t>
            </a: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 algn="l">
              <a:defRPr/>
            </a:pP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 algn="l">
              <a:defRPr/>
            </a:pPr>
            <a:r>
              <a:rPr sz="2400" b="0" i="1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Стало: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 Анализ роста температуры, скачки брака и оповещение за 10–15 минут до критического сбоя. Оператор получает четкий алгоритм действий («Снизить нагрузку», «Остановить линию»).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570065" name=""/>
          <p:cNvSpPr/>
          <p:nvPr/>
        </p:nvSpPr>
        <p:spPr bwMode="auto">
          <a:xfrm flipH="0" flipV="0">
            <a:off x="54722" y="457340"/>
            <a:ext cx="11824535" cy="55782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Оптимизация ресурсов и логистики</a:t>
            </a:r>
            <a:endParaRPr sz="2400" b="1" i="0" u="none">
              <a:solidFill>
                <a:schemeClr val="bg1"/>
              </a:solidFill>
              <a:latin typeface="Adwaita Mono"/>
              <a:ea typeface="Adwaita Mono"/>
              <a:cs typeface="Adwaita Mono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r>
              <a:rPr sz="2400" b="0" i="1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Было: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 Дефицит комплектующих обнаруживается внезапно, останавливая конвейер.</a:t>
            </a: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r>
              <a:rPr sz="2400" b="0" i="1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Стало: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 Автоматический контроль складских остатков с цветовым кодированием. Система заранее сигнализирует о риске остановки из-за нехватки материалов.</a:t>
            </a:r>
            <a:endParaRPr sz="2400" b="0" i="0" u="none">
              <a:solidFill>
                <a:schemeClr val="bg1"/>
              </a:solidFill>
              <a:latin typeface="Adwaita Mono"/>
              <a:ea typeface="Adwaita Mono"/>
              <a:cs typeface="Adwaita Mono"/>
            </a:endParaRPr>
          </a:p>
          <a:p>
            <a:pPr>
              <a:defRPr/>
            </a:pPr>
            <a:endParaRPr sz="2400" b="0" i="0" u="none">
              <a:solidFill>
                <a:schemeClr val="bg1"/>
              </a:solidFill>
              <a:latin typeface="Adwaita Mono"/>
              <a:ea typeface="Adwaita Mono"/>
              <a:cs typeface="Adwaita Mono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Итоговый эффект:</a:t>
            </a:r>
            <a:endParaRPr sz="2400" b="1" i="0" u="none">
              <a:solidFill>
                <a:schemeClr val="bg1"/>
              </a:solidFill>
              <a:latin typeface="Adwaita Mono"/>
              <a:ea typeface="Adwaita Mono"/>
              <a:cs typeface="Adwaita Mono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Снижение незапланированных простоев на </a:t>
            </a:r>
            <a:r>
              <a:rPr sz="2400" b="1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20–30%</a:t>
            </a: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.</a:t>
            </a: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Сокращение объема бракованной продукции за счет раннего детектирования аномалий.</a:t>
            </a:r>
            <a:endParaRPr sz="2400">
              <a:solidFill>
                <a:schemeClr val="bg1"/>
              </a:solidFill>
              <a:latin typeface="Adwaita Mono"/>
              <a:cs typeface="Adwaita Mono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dwaita Mono"/>
                <a:ea typeface="Adwaita Mono"/>
                <a:cs typeface="Adwaita Mono"/>
              </a:rPr>
              <a:t>Принятие решений на основе данных, а не интуиции.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Nexus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2026-10-08T15:15:07Z</dcterms:modified>
</cp:coreProperties>
</file>